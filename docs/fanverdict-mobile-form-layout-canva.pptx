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c3c5588035480e" /><Relationship Type="http://schemas.openxmlformats.org/officeDocument/2006/relationships/extended-properties" Target="/docProps/app.xml" Id="Ra0639f8b614543ec" /><Relationship Type="http://schemas.openxmlformats.org/officeDocument/2006/relationships/officeDocument" Target="/ppt/presentation.xml" Id="R8b1d7f1e82b84f17" /></Relationships>
</file>

<file path=ppt/presentation.xml><?xml version="1.0" encoding="utf-8"?>
<p:presentation xmlns:p="http://schemas.openxmlformats.org/presentationml/2006/main">
  <p:sldMasterIdLst>
    <p:sldMasterId xmlns:r="http://schemas.openxmlformats.org/officeDocument/2006/relationships" id="2147483648" r:id="Rab9960e8fbcf411d"/>
  </p:sldMasterIdLst>
  <p:notesMasterIdLst>
    <p:notesMasterId xmlns:r="http://schemas.openxmlformats.org/officeDocument/2006/relationships" r:id="Re22b790990ff48bb"/>
  </p:notesMasterIdLst>
  <p:sldIdLst>
    <p:sldId xmlns:r="http://schemas.openxmlformats.org/officeDocument/2006/relationships" id="256" r:id="Rda485613f12d4220"/>
    <p:sldId xmlns:r="http://schemas.openxmlformats.org/officeDocument/2006/relationships" id="257" r:id="Rf0c4d0bc99634a7a"/>
    <p:sldId xmlns:r="http://schemas.openxmlformats.org/officeDocument/2006/relationships" id="258" r:id="Rc65153c8f15345f2"/>
    <p:sldId xmlns:r="http://schemas.openxmlformats.org/officeDocument/2006/relationships" id="259" r:id="R2abef0b266df4460"/>
    <p:sldId xmlns:r="http://schemas.openxmlformats.org/officeDocument/2006/relationships" id="260" r:id="Rf71993ce8ce4433c"/>
    <p:sldId xmlns:r="http://schemas.openxmlformats.org/officeDocument/2006/relationships" id="261" r:id="R50cc649984d34f53"/>
    <p:sldId xmlns:r="http://schemas.openxmlformats.org/officeDocument/2006/relationships" id="262" r:id="R679f61713d89431d"/>
    <p:sldId xmlns:r="http://schemas.openxmlformats.org/officeDocument/2006/relationships" id="263" r:id="Rd63986704ad74bd5"/>
    <p:sldId xmlns:r="http://schemas.openxmlformats.org/officeDocument/2006/relationships" id="264" r:id="R6c7605a36ded4d4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98d0a3216744a7e" /><Relationship Type="http://schemas.openxmlformats.org/officeDocument/2006/relationships/slideMaster" Target="/ppt/slideMasters/slideMaster1.xml" Id="Rab9960e8fbcf411d" /><Relationship Type="http://schemas.openxmlformats.org/officeDocument/2006/relationships/notesMaster" Target="/ppt/notesMasters/notesMaster1.xml" Id="Re22b790990ff48bb" /><Relationship Type="http://schemas.openxmlformats.org/officeDocument/2006/relationships/presProps" Target="/ppt/presProps.xml" Id="R5db750402a8545eb" /><Relationship Type="http://schemas.openxmlformats.org/officeDocument/2006/relationships/viewProps" Target="/ppt/viewProps.xml" Id="R4c461eb4d5eb434d" /><Relationship Type="http://schemas.openxmlformats.org/officeDocument/2006/relationships/tableStyles" Target="/ppt/tableStyles.xml" Id="R26ad12b1169f4d46" /><Relationship Type="http://schemas.openxmlformats.org/officeDocument/2006/relationships/slide" Target="/ppt/slides/slide1.xml" Id="Rda485613f12d4220" /><Relationship Type="http://schemas.openxmlformats.org/officeDocument/2006/relationships/slide" Target="/ppt/slides/slide2.xml" Id="Rf0c4d0bc99634a7a" /><Relationship Type="http://schemas.openxmlformats.org/officeDocument/2006/relationships/slide" Target="/ppt/slides/slide3.xml" Id="Rc65153c8f15345f2" /><Relationship Type="http://schemas.openxmlformats.org/officeDocument/2006/relationships/slide" Target="/ppt/slides/slide4.xml" Id="R2abef0b266df4460" /><Relationship Type="http://schemas.openxmlformats.org/officeDocument/2006/relationships/slide" Target="/ppt/slides/slide5.xml" Id="Rf71993ce8ce4433c" /><Relationship Type="http://schemas.openxmlformats.org/officeDocument/2006/relationships/slide" Target="/ppt/slides/slide6.xml" Id="R50cc649984d34f53" /><Relationship Type="http://schemas.openxmlformats.org/officeDocument/2006/relationships/slide" Target="/ppt/slides/slide7.xml" Id="R679f61713d89431d" /><Relationship Type="http://schemas.openxmlformats.org/officeDocument/2006/relationships/slide" Target="/ppt/slides/slide8.xml" Id="Rd63986704ad74bd5" /><Relationship Type="http://schemas.openxmlformats.org/officeDocument/2006/relationships/slide" Target="/ppt/slides/slide9.xml" Id="R6c7605a36ded4d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09f763fb4a49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02d52d9bf14263" /><Relationship Type="http://schemas.openxmlformats.org/officeDocument/2006/relationships/notesMaster" Target="/ppt/notesMasters/notesMaster1.xml" Id="R7dc63d2b1e034a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2d22200da7465b" /><Relationship Type="http://schemas.openxmlformats.org/officeDocument/2006/relationships/notesMaster" Target="/ppt/notesMasters/notesMaster1.xml" Id="R2e2652e4636d48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db0928dbb24fa4" /><Relationship Type="http://schemas.openxmlformats.org/officeDocument/2006/relationships/notesMaster" Target="/ppt/notesMasters/notesMaster1.xml" Id="Rbc0aa6bddd264f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9acc29be5545f6" /><Relationship Type="http://schemas.openxmlformats.org/officeDocument/2006/relationships/notesMaster" Target="/ppt/notesMasters/notesMaster1.xml" Id="R2bdcbf958a9e45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4c7852f1964079" /><Relationship Type="http://schemas.openxmlformats.org/officeDocument/2006/relationships/notesMaster" Target="/ppt/notesMasters/notesMaster1.xml" Id="R77d320a5428641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52557e77c14519" /><Relationship Type="http://schemas.openxmlformats.org/officeDocument/2006/relationships/notesMaster" Target="/ppt/notesMasters/notesMaster1.xml" Id="R55dc8e023dd54e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ad9deed8164da8" /><Relationship Type="http://schemas.openxmlformats.org/officeDocument/2006/relationships/notesMaster" Target="/ppt/notesMasters/notesMaster1.xml" Id="R1f1f654347284d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9f2bdd86bb4da2" /><Relationship Type="http://schemas.openxmlformats.org/officeDocument/2006/relationships/notesMaster" Target="/ppt/notesMasters/notesMaster1.xml" Id="Rc9db4502142244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88aadd2b444add" /><Relationship Type="http://schemas.openxmlformats.org/officeDocument/2006/relationships/notesMaster" Target="/ppt/notesMasters/notesMaster1.xml" Id="R3184f571c6264b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e8ad0c72fe44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ba7a6f42fc4837" /><Relationship Type="http://schemas.openxmlformats.org/officeDocument/2006/relationships/slideLayout" Target="/ppt/slideLayouts/slideLayout1.xml" Id="Reaa69372c7124d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a69372c7124d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85ce6199cfc4d8c" /><Relationship Type="http://schemas.openxmlformats.org/officeDocument/2006/relationships/notesSlide" Target="/ppt/notesSlides/notesSlide1.xml" Id="R3119b211c1f74e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85e50dd8be458d" /><Relationship Type="http://schemas.openxmlformats.org/officeDocument/2006/relationships/notesSlide" Target="/ppt/notesSlides/notesSlide2.xml" Id="R065ddf35de2049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b71fdbeca54a78" /><Relationship Type="http://schemas.openxmlformats.org/officeDocument/2006/relationships/notesSlide" Target="/ppt/notesSlides/notesSlide3.xml" Id="R983cbc04016a4a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611edc851842b2" /><Relationship Type="http://schemas.openxmlformats.org/officeDocument/2006/relationships/notesSlide" Target="/ppt/notesSlides/notesSlide4.xml" Id="R0ab5dc02ec6c4c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5b643f46fb4c63" /><Relationship Type="http://schemas.openxmlformats.org/officeDocument/2006/relationships/notesSlide" Target="/ppt/notesSlides/notesSlide5.xml" Id="R15ef075c13c040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4b07b9530947ee" /><Relationship Type="http://schemas.openxmlformats.org/officeDocument/2006/relationships/notesSlide" Target="/ppt/notesSlides/notesSlide6.xml" Id="Rd6b2b92886de4d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00ef049f824e28" /><Relationship Type="http://schemas.openxmlformats.org/officeDocument/2006/relationships/notesSlide" Target="/ppt/notesSlides/notesSlide7.xml" Id="R40688c3cab334f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3cb92cf5f7b4794" /><Relationship Type="http://schemas.openxmlformats.org/officeDocument/2006/relationships/notesSlide" Target="/ppt/notesSlides/notesSlide8.xml" Id="Rf9e0c82b7eee43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c127167897042e8" /><Relationship Type="http://schemas.openxmlformats.org/officeDocument/2006/relationships/notesSlide" Target="/ppt/notesSlides/notesSlide9.xml" Id="R17613fe910de41e1"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E8E5EC-E42F-401D-A87C-8A4B1C14E20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F172A"/>
              </a:gs>
              <a:gs pos="58000">
                <a:srgbClr val="172554"/>
              </a:gs>
              <a:gs pos="100000">
                <a:srgbClr val="064E3B"/>
              </a:gs>
            </a:gsLst>
            <a:lin ang="8100000"/>
          </a:gra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935B63-E57D-48B7-A067-53F96DF9AFC7}"/>
              </a:ext>
            </a:extLst>
          </p:cNvPr>
          <p:cNvSpPr>
            <a:spLocks xmlns:a="http://schemas.openxmlformats.org/drawingml/2006/main" noGrp="1"/>
          </p:cNvSpPr>
          <p:nvPr/>
        </p:nvSpPr>
        <p:spPr>
          <a:xfrm xmlns:a="http://schemas.openxmlformats.org/drawingml/2006/main">
            <a:off x="552450" y="495300"/>
            <a:ext cx="1104900" cy="342900"/>
          </a:xfrm>
          <a:prstGeom xmlns:a="http://schemas.openxmlformats.org/drawingml/2006/main" prst="roundRect">
            <a:avLst>
              <a:gd name="adj" fmla="val 22222"/>
            </a:avLst>
          </a:prstGeom>
          <a:solidFill xmlns:a="http://schemas.openxmlformats.org/drawingml/2006/main">
            <a:srgbClr val="FFFFFF">
              <a:alpha val="10000"/>
            </a:srgbClr>
          </a:solidFill>
          <a:ln xmlns:a="http://schemas.openxmlformats.org/drawingml/2006/main" w="9525">
            <a:solidFill>
              <a:srgbClr val="FFFFFF">
                <a:alpha val="22000"/>
              </a:srgbClr>
            </a:solidFill>
          </a:ln>
        </p:spPr>
      </p:sp>
      <p:sp>
        <p:nvSpPr>
          <p:cNvPr id="3" name="">
            <a:extLst xmlns:a="http://schemas.openxmlformats.org/drawingml/2006/main">
              <a:ext uri="{FF2B5EF4-FFF2-40B4-BE49-F238E27FC236}">
                <a16:creationId xmlns:a16="http://schemas.microsoft.com/office/drawing/2014/main" id="{9B4D12A6-47C2-4EEB-8C95-0D7423926C0B}"/>
              </a:ext>
            </a:extLst>
          </p:cNvPr>
          <p:cNvSpPr>
            <a:spLocks xmlns:a="http://schemas.openxmlformats.org/drawingml/2006/main" noGrp="1"/>
          </p:cNvSpPr>
          <p:nvPr/>
        </p:nvSpPr>
        <p:spPr>
          <a:xfrm xmlns:a="http://schemas.openxmlformats.org/drawingml/2006/main">
            <a:off x="781050" y="5905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FFFFFF"/>
                </a:solidFill>
                <a:latin typeface="Aptos"/>
                <a:ea typeface="Aptos"/>
                <a:cs typeface="Aptos"/>
              </a:defRPr>
            </a:pPr>
            <a:r>
              <a:rPr sz="1050" b="1" i="0">
                <a:solidFill>
                  <a:srgbClr val="FFFFFF"/>
                </a:solidFill>
                <a:latin typeface="Aptos"/>
                <a:ea typeface="Aptos"/>
                <a:cs typeface="Aptos"/>
              </a:rPr>
              <a:t>FanVerdict</a:t>
            </a:r>
          </a:p>
        </p:txBody>
      </p:sp>
      <p:sp>
        <p:nvSpPr>
          <p:cNvPr id="4" name="">
            <a:extLst xmlns:a="http://schemas.openxmlformats.org/drawingml/2006/main">
              <a:ext uri="{FF2B5EF4-FFF2-40B4-BE49-F238E27FC236}">
                <a16:creationId xmlns:a16="http://schemas.microsoft.com/office/drawing/2014/main" id="{B9CB253A-BC71-4F02-A13B-AC984E172F93}"/>
              </a:ext>
            </a:extLst>
          </p:cNvPr>
          <p:cNvSpPr>
            <a:spLocks xmlns:a="http://schemas.openxmlformats.org/drawingml/2006/main" noGrp="1"/>
          </p:cNvSpPr>
          <p:nvPr/>
        </p:nvSpPr>
        <p:spPr>
          <a:xfrm xmlns:a="http://schemas.openxmlformats.org/drawingml/2006/main">
            <a:off x="609600" y="14478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650" b="1" i="0">
                <a:solidFill>
                  <a:srgbClr val="93C5FD"/>
                </a:solidFill>
                <a:latin typeface="Aptos"/>
                <a:ea typeface="Aptos"/>
                <a:cs typeface="Aptos"/>
              </a:defRPr>
            </a:pPr>
            <a:r>
              <a:rPr sz="1650" b="1" i="0">
                <a:solidFill>
                  <a:srgbClr val="93C5FD"/>
                </a:solidFill>
                <a:latin typeface="Aptos"/>
                <a:ea typeface="Aptos"/>
                <a:cs typeface="Aptos"/>
              </a:rPr>
              <a:t>Mobile form system</a:t>
            </a:r>
          </a:p>
        </p:txBody>
      </p:sp>
      <p:sp>
        <p:nvSpPr>
          <p:cNvPr id="5" name="">
            <a:extLst xmlns:a="http://schemas.openxmlformats.org/drawingml/2006/main">
              <a:ext uri="{FF2B5EF4-FFF2-40B4-BE49-F238E27FC236}">
                <a16:creationId xmlns:a16="http://schemas.microsoft.com/office/drawing/2014/main" id="{994DA2D1-1660-4C36-BD55-B446A16450D8}"/>
              </a:ext>
            </a:extLst>
          </p:cNvPr>
          <p:cNvSpPr>
            <a:spLocks xmlns:a="http://schemas.openxmlformats.org/drawingml/2006/main" noGrp="1"/>
          </p:cNvSpPr>
          <p:nvPr/>
        </p:nvSpPr>
        <p:spPr>
          <a:xfrm xmlns:a="http://schemas.openxmlformats.org/drawingml/2006/main">
            <a:off x="609600" y="1952625"/>
            <a:ext cx="5810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FFFFFF"/>
                </a:solidFill>
                <a:latin typeface="Aptos"/>
                <a:ea typeface="Aptos"/>
                <a:cs typeface="Aptos"/>
              </a:defRPr>
            </a:pPr>
            <a:r>
              <a:rPr sz="3600" b="1" i="0">
                <a:solidFill>
                  <a:srgbClr val="FFFFFF"/>
                </a:solidFill>
                <a:latin typeface="Aptos"/>
                <a:ea typeface="Aptos"/>
                <a:cs typeface="Aptos"/>
              </a:rPr>
              <a:t>Editable Canva deck for the FanVerdict mobile app</a:t>
            </a:r>
          </a:p>
        </p:txBody>
      </p:sp>
      <p:sp>
        <p:nvSpPr>
          <p:cNvPr id="6" name="">
            <a:extLst xmlns:a="http://schemas.openxmlformats.org/drawingml/2006/main">
              <a:ext uri="{FF2B5EF4-FFF2-40B4-BE49-F238E27FC236}">
                <a16:creationId xmlns:a16="http://schemas.microsoft.com/office/drawing/2014/main" id="{13DEDF6E-D272-4854-B30A-9EAAD7EC8CFD}"/>
              </a:ext>
            </a:extLst>
          </p:cNvPr>
          <p:cNvSpPr>
            <a:spLocks xmlns:a="http://schemas.openxmlformats.org/drawingml/2006/main" noGrp="1"/>
          </p:cNvSpPr>
          <p:nvPr/>
        </p:nvSpPr>
        <p:spPr>
          <a:xfrm xmlns:a="http://schemas.openxmlformats.org/drawingml/2006/main">
            <a:off x="647700" y="3486150"/>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i="0">
                <a:solidFill>
                  <a:srgbClr val="DCEAFE"/>
                </a:solidFill>
                <a:latin typeface="Aptos"/>
                <a:ea typeface="Aptos"/>
                <a:cs typeface="Aptos"/>
              </a:defRPr>
            </a:pPr>
            <a:r>
              <a:rPr sz="1425" b="0" i="0">
                <a:solidFill>
                  <a:srgbClr val="DCEAFE"/>
                </a:solidFill>
                <a:latin typeface="Aptos"/>
                <a:ea typeface="Aptos"/>
                <a:cs typeface="Aptos"/>
              </a:rPr>
              <a:t>A polished starting point for auth, voting, profile claim, account, and admin workflows. Built as native PPT shapes so Canva can edit the layout.</a:t>
            </a:r>
          </a:p>
        </p:txBody>
      </p:sp>
      <p:sp>
        <p:nvSpPr>
          <p:cNvPr id="7" name="">
            <a:extLst xmlns:a="http://schemas.openxmlformats.org/drawingml/2006/main">
              <a:ext uri="{FF2B5EF4-FFF2-40B4-BE49-F238E27FC236}">
                <a16:creationId xmlns:a16="http://schemas.microsoft.com/office/drawing/2014/main" id="{6DD95C6D-1985-4D58-9A13-5EF3E5302769}"/>
              </a:ext>
            </a:extLst>
          </p:cNvPr>
          <p:cNvSpPr>
            <a:spLocks xmlns:a="http://schemas.openxmlformats.org/drawingml/2006/main" noGrp="1"/>
          </p:cNvSpPr>
          <p:nvPr/>
        </p:nvSpPr>
        <p:spPr>
          <a:xfrm xmlns:a="http://schemas.openxmlformats.org/drawingml/2006/main">
            <a:off x="647700" y="4686300"/>
            <a:ext cx="1257300" cy="285750"/>
          </a:xfrm>
          <a:prstGeom xmlns:a="http://schemas.openxmlformats.org/drawingml/2006/main" prst="roundRect">
            <a:avLst>
              <a:gd name="adj" fmla="val 26667"/>
            </a:avLst>
          </a:prstGeom>
          <a:solidFill xmlns:a="http://schemas.openxmlformats.org/drawingml/2006/main">
            <a:srgbClr val="FFEDD5"/>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9A3412"/>
                </a:solidFill>
                <a:latin typeface="Aptos"/>
                <a:ea typeface="Aptos"/>
                <a:cs typeface="Aptos"/>
              </a:defRPr>
            </a:pPr>
            <a:r>
              <a:rPr sz="975" b="1">
                <a:solidFill>
                  <a:srgbClr val="9A3412"/>
                </a:solidFill>
                <a:latin typeface="Aptos"/>
                <a:ea typeface="Aptos"/>
                <a:cs typeface="Aptos"/>
              </a:rPr>
              <a:t>PPTX -&gt; Canva</a:t>
            </a:r>
          </a:p>
        </p:txBody>
      </p:sp>
      <p:sp>
        <p:nvSpPr>
          <p:cNvPr id="8" name="">
            <a:extLst xmlns:a="http://schemas.openxmlformats.org/drawingml/2006/main">
              <a:ext uri="{FF2B5EF4-FFF2-40B4-BE49-F238E27FC236}">
                <a16:creationId xmlns:a16="http://schemas.microsoft.com/office/drawing/2014/main" id="{82D87FC3-F9EB-4DC4-81F5-78CA71EAF186}"/>
              </a:ext>
            </a:extLst>
          </p:cNvPr>
          <p:cNvSpPr>
            <a:spLocks xmlns:a="http://schemas.openxmlformats.org/drawingml/2006/main" noGrp="1"/>
          </p:cNvSpPr>
          <p:nvPr/>
        </p:nvSpPr>
        <p:spPr>
          <a:xfrm xmlns:a="http://schemas.openxmlformats.org/drawingml/2006/main">
            <a:off x="2038350" y="4686300"/>
            <a:ext cx="1333500" cy="285750"/>
          </a:xfrm>
          <a:prstGeom xmlns:a="http://schemas.openxmlformats.org/drawingml/2006/main" prst="roundRect">
            <a:avLst>
              <a:gd name="adj" fmla="val 26667"/>
            </a:avLst>
          </a:prstGeom>
          <a:solidFill xmlns:a="http://schemas.openxmlformats.org/drawingml/2006/main">
            <a:srgbClr val="DCFCE7"/>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166534"/>
                </a:solidFill>
                <a:latin typeface="Aptos"/>
                <a:ea typeface="Aptos"/>
                <a:cs typeface="Aptos"/>
              </a:defRPr>
            </a:pPr>
            <a:r>
              <a:rPr sz="975" b="1">
                <a:solidFill>
                  <a:srgbClr val="166534"/>
                </a:solidFill>
                <a:latin typeface="Aptos"/>
                <a:ea typeface="Aptos"/>
                <a:cs typeface="Aptos"/>
              </a:rPr>
              <a:t>Editable shapes</a:t>
            </a:r>
          </a:p>
        </p:txBody>
      </p:sp>
      <p:sp>
        <p:nvSpPr>
          <p:cNvPr id="9" name="">
            <a:extLst xmlns:a="http://schemas.openxmlformats.org/drawingml/2006/main">
              <a:ext uri="{FF2B5EF4-FFF2-40B4-BE49-F238E27FC236}">
                <a16:creationId xmlns:a16="http://schemas.microsoft.com/office/drawing/2014/main" id="{B3240322-C594-4CDB-AF76-649CCFA7DE6A}"/>
              </a:ext>
            </a:extLst>
          </p:cNvPr>
          <p:cNvSpPr>
            <a:spLocks xmlns:a="http://schemas.openxmlformats.org/drawingml/2006/main" noGrp="1"/>
          </p:cNvSpPr>
          <p:nvPr/>
        </p:nvSpPr>
        <p:spPr>
          <a:xfrm xmlns:a="http://schemas.openxmlformats.org/drawingml/2006/main">
            <a:off x="3486150" y="4686300"/>
            <a:ext cx="1200150" cy="285750"/>
          </a:xfrm>
          <a:prstGeom xmlns:a="http://schemas.openxmlformats.org/drawingml/2006/main" prst="roundRect">
            <a:avLst>
              <a:gd name="adj" fmla="val 26667"/>
            </a:avLst>
          </a:prstGeom>
          <a:solidFill xmlns:a="http://schemas.openxmlformats.org/drawingml/2006/main">
            <a:srgbClr val="DBEAFE"/>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1D4ED8"/>
                </a:solidFill>
                <a:latin typeface="Aptos"/>
                <a:ea typeface="Aptos"/>
                <a:cs typeface="Aptos"/>
              </a:defRPr>
            </a:pPr>
            <a:r>
              <a:rPr sz="975" b="1">
                <a:solidFill>
                  <a:srgbClr val="1D4ED8"/>
                </a:solidFill>
                <a:latin typeface="Aptos"/>
                <a:ea typeface="Aptos"/>
                <a:cs typeface="Aptos"/>
              </a:rPr>
              <a:t>Mobile first</a:t>
            </a:r>
          </a:p>
        </p:txBody>
      </p:sp>
      <p:sp>
        <p:nvSpPr>
          <p:cNvPr id="10" name="">
            <a:extLst xmlns:a="http://schemas.openxmlformats.org/drawingml/2006/main">
              <a:ext uri="{FF2B5EF4-FFF2-40B4-BE49-F238E27FC236}">
                <a16:creationId xmlns:a16="http://schemas.microsoft.com/office/drawing/2014/main" id="{D9B11588-7703-4B16-9969-23CD0F3B470C}"/>
              </a:ext>
            </a:extLst>
          </p:cNvPr>
          <p:cNvSpPr>
            <a:spLocks xmlns:a="http://schemas.openxmlformats.org/drawingml/2006/main" noGrp="1"/>
          </p:cNvSpPr>
          <p:nvPr/>
        </p:nvSpPr>
        <p:spPr>
          <a:xfrm xmlns:a="http://schemas.openxmlformats.org/drawingml/2006/main">
            <a:off x="7429500" y="857250"/>
            <a:ext cx="2333625" cy="4857750"/>
          </a:xfrm>
          <a:prstGeom xmlns:a="http://schemas.openxmlformats.org/drawingml/2006/main" prst="roundRect">
            <a:avLst>
              <a:gd name="adj" fmla="val 3265"/>
            </a:avLst>
          </a:prstGeom>
          <a:solidFill xmlns:a="http://schemas.openxmlformats.org/drawingml/2006/main">
            <a:srgbClr val="10182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4B08FAE-6ECC-4F8F-9D23-FD91204926C9}"/>
              </a:ext>
            </a:extLst>
          </p:cNvPr>
          <p:cNvSpPr>
            <a:spLocks xmlns:a="http://schemas.openxmlformats.org/drawingml/2006/main" noGrp="1"/>
          </p:cNvSpPr>
          <p:nvPr/>
        </p:nvSpPr>
        <p:spPr>
          <a:xfrm xmlns:a="http://schemas.openxmlformats.org/drawingml/2006/main">
            <a:off x="7543800" y="971550"/>
            <a:ext cx="2105025" cy="4629150"/>
          </a:xfrm>
          <a:prstGeom xmlns:a="http://schemas.openxmlformats.org/drawingml/2006/main" prst="roundRect">
            <a:avLst>
              <a:gd name="adj" fmla="val 3620"/>
            </a:avLst>
          </a:prstGeom>
          <a:solidFill xmlns:a="http://schemas.openxmlformats.org/drawingml/2006/main">
            <a:srgbClr val="F8FAF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CD3FE54-09BB-4EEB-B7B5-40433717E897}"/>
              </a:ext>
            </a:extLst>
          </p:cNvPr>
          <p:cNvSpPr>
            <a:spLocks xmlns:a="http://schemas.openxmlformats.org/drawingml/2006/main" noGrp="1"/>
          </p:cNvSpPr>
          <p:nvPr/>
        </p:nvSpPr>
        <p:spPr>
          <a:xfrm xmlns:a="http://schemas.openxmlformats.org/drawingml/2006/main">
            <a:off x="8272463" y="1047750"/>
            <a:ext cx="647700" cy="66675"/>
          </a:xfrm>
          <a:prstGeom xmlns:a="http://schemas.openxmlformats.org/drawingml/2006/main" prst="roundRect">
            <a:avLst>
              <a:gd name="adj" fmla="val 50000"/>
            </a:avLst>
          </a:prstGeom>
          <a:solidFill xmlns:a="http://schemas.openxmlformats.org/drawingml/2006/main">
            <a:srgbClr val="11182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D4F2B24-6871-4203-AE88-7D2DB7F53A3B}"/>
              </a:ext>
            </a:extLst>
          </p:cNvPr>
          <p:cNvSpPr>
            <a:spLocks xmlns:a="http://schemas.openxmlformats.org/drawingml/2006/main" noGrp="1"/>
          </p:cNvSpPr>
          <p:nvPr/>
        </p:nvSpPr>
        <p:spPr>
          <a:xfrm xmlns:a="http://schemas.openxmlformats.org/drawingml/2006/main">
            <a:off x="7715250" y="11811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i="0">
                <a:solidFill>
                  <a:srgbClr val="111827"/>
                </a:solidFill>
                <a:latin typeface="Aptos"/>
                <a:ea typeface="Aptos"/>
                <a:cs typeface="Aptos"/>
              </a:defRPr>
            </a:pPr>
            <a:r>
              <a:rPr sz="1125" b="1" i="0">
                <a:solidFill>
                  <a:srgbClr val="111827"/>
                </a:solidFill>
                <a:latin typeface="Aptos"/>
                <a:ea typeface="Aptos"/>
                <a:cs typeface="Aptos"/>
              </a:rPr>
              <a:t>FanVerdict</a:t>
            </a:r>
          </a:p>
        </p:txBody>
      </p:sp>
      <p:sp>
        <p:nvSpPr>
          <p:cNvPr id="14" name="">
            <a:extLst xmlns:a="http://schemas.openxmlformats.org/drawingml/2006/main">
              <a:ext uri="{FF2B5EF4-FFF2-40B4-BE49-F238E27FC236}">
                <a16:creationId xmlns:a16="http://schemas.microsoft.com/office/drawing/2014/main" id="{16E5830A-AB8F-462F-A860-02B8778E3A63}"/>
              </a:ext>
            </a:extLst>
          </p:cNvPr>
          <p:cNvSpPr>
            <a:spLocks xmlns:a="http://schemas.openxmlformats.org/drawingml/2006/main" noGrp="1"/>
          </p:cNvSpPr>
          <p:nvPr/>
        </p:nvSpPr>
        <p:spPr>
          <a:xfrm xmlns:a="http://schemas.openxmlformats.org/drawingml/2006/main">
            <a:off x="8848725" y="11811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825" b="1" i="0">
                <a:solidFill>
                  <a:srgbClr val="2563EB"/>
                </a:solidFill>
                <a:latin typeface="Aptos"/>
                <a:ea typeface="Aptos"/>
                <a:cs typeface="Aptos"/>
              </a:defRPr>
            </a:pPr>
            <a:r>
              <a:rPr sz="825" b="1" i="0">
                <a:solidFill>
                  <a:srgbClr val="2563EB"/>
                </a:solidFill>
                <a:latin typeface="Aptos"/>
                <a:ea typeface="Aptos"/>
                <a:cs typeface="Aptos"/>
              </a:rPr>
              <a:t>Account</a:t>
            </a:r>
          </a:p>
        </p:txBody>
      </p:sp>
      <p:sp>
        <p:nvSpPr>
          <p:cNvPr id="15" name="">
            <a:extLst xmlns:a="http://schemas.openxmlformats.org/drawingml/2006/main">
              <a:ext uri="{FF2B5EF4-FFF2-40B4-BE49-F238E27FC236}">
                <a16:creationId xmlns:a16="http://schemas.microsoft.com/office/drawing/2014/main" id="{30898D10-1915-4FDC-9CFE-C880D06E8CC2}"/>
              </a:ext>
            </a:extLst>
          </p:cNvPr>
          <p:cNvSpPr>
            <a:spLocks xmlns:a="http://schemas.openxmlformats.org/drawingml/2006/main" noGrp="1"/>
          </p:cNvSpPr>
          <p:nvPr/>
        </p:nvSpPr>
        <p:spPr>
          <a:xfrm xmlns:a="http://schemas.openxmlformats.org/drawingml/2006/main">
            <a:off x="7715250" y="1524000"/>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IPL 2026</a:t>
            </a:r>
          </a:p>
        </p:txBody>
      </p:sp>
      <p:sp>
        <p:nvSpPr>
          <p:cNvPr id="16" name="">
            <a:extLst xmlns:a="http://schemas.openxmlformats.org/drawingml/2006/main">
              <a:ext uri="{FF2B5EF4-FFF2-40B4-BE49-F238E27FC236}">
                <a16:creationId xmlns:a16="http://schemas.microsoft.com/office/drawing/2014/main" id="{69A2EF75-067E-4BCE-93A5-C95C8E269C73}"/>
              </a:ext>
            </a:extLst>
          </p:cNvPr>
          <p:cNvSpPr>
            <a:spLocks xmlns:a="http://schemas.openxmlformats.org/drawingml/2006/main" noGrp="1"/>
          </p:cNvSpPr>
          <p:nvPr/>
        </p:nvSpPr>
        <p:spPr>
          <a:xfrm xmlns:a="http://schemas.openxmlformats.org/drawingml/2006/main">
            <a:off x="7715250" y="1943100"/>
            <a:ext cx="1762125" cy="704850"/>
          </a:xfrm>
          <a:prstGeom xmlns:a="http://schemas.openxmlformats.org/drawingml/2006/main" prst="roundRect">
            <a:avLst>
              <a:gd name="adj" fmla="val 10811"/>
            </a:avLst>
          </a:prstGeom>
          <a:solidFill xmlns:a="http://schemas.openxmlformats.org/drawingml/2006/main">
            <a:srgbClr val="2563E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64743FE-75AE-4106-A35E-CED014887D53}"/>
              </a:ext>
            </a:extLst>
          </p:cNvPr>
          <p:cNvSpPr>
            <a:spLocks xmlns:a="http://schemas.openxmlformats.org/drawingml/2006/main" noGrp="1"/>
          </p:cNvSpPr>
          <p:nvPr/>
        </p:nvSpPr>
        <p:spPr>
          <a:xfrm xmlns:a="http://schemas.openxmlformats.org/drawingml/2006/main">
            <a:off x="7867650" y="2076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i="0">
                <a:solidFill>
                  <a:srgbClr val="FFFFFF"/>
                </a:solidFill>
                <a:latin typeface="Aptos"/>
                <a:ea typeface="Aptos"/>
                <a:cs typeface="Aptos"/>
              </a:defRPr>
            </a:pPr>
            <a:r>
              <a:rPr sz="1350" b="1" i="0">
                <a:solidFill>
                  <a:srgbClr val="FFFFFF"/>
                </a:solidFill>
                <a:latin typeface="Aptos"/>
                <a:ea typeface="Aptos"/>
                <a:cs typeface="Aptos"/>
              </a:rPr>
              <a:t>#1 in standings</a:t>
            </a:r>
          </a:p>
        </p:txBody>
      </p:sp>
      <p:sp>
        <p:nvSpPr>
          <p:cNvPr id="18" name="">
            <a:extLst xmlns:a="http://schemas.openxmlformats.org/drawingml/2006/main">
              <a:ext uri="{FF2B5EF4-FFF2-40B4-BE49-F238E27FC236}">
                <a16:creationId xmlns:a16="http://schemas.microsoft.com/office/drawing/2014/main" id="{681997E9-438D-4309-80AC-E7BA2DAA081D}"/>
              </a:ext>
            </a:extLst>
          </p:cNvPr>
          <p:cNvSpPr>
            <a:spLocks xmlns:a="http://schemas.openxmlformats.org/drawingml/2006/main" noGrp="1"/>
          </p:cNvSpPr>
          <p:nvPr/>
        </p:nvSpPr>
        <p:spPr>
          <a:xfrm xmlns:a="http://schemas.openxmlformats.org/drawingml/2006/main">
            <a:off x="7867650" y="234315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i="0">
                <a:solidFill>
                  <a:srgbClr val="DBEAFE"/>
                </a:solidFill>
                <a:latin typeface="Aptos"/>
                <a:ea typeface="Aptos"/>
                <a:cs typeface="Aptos"/>
              </a:defRPr>
            </a:pPr>
            <a:r>
              <a:rPr sz="825" b="0" i="0">
                <a:solidFill>
                  <a:srgbClr val="DBEAFE"/>
                </a:solidFill>
                <a:latin typeface="Aptos"/>
                <a:ea typeface="Aptos"/>
                <a:cs typeface="Aptos"/>
              </a:rPr>
              <a:t>39 pts  |  68% accuracy</a:t>
            </a:r>
          </a:p>
        </p:txBody>
      </p:sp>
      <p:sp>
        <p:nvSpPr>
          <p:cNvPr id="19" name="">
            <a:extLst xmlns:a="http://schemas.openxmlformats.org/drawingml/2006/main">
              <a:ext uri="{FF2B5EF4-FFF2-40B4-BE49-F238E27FC236}">
                <a16:creationId xmlns:a16="http://schemas.microsoft.com/office/drawing/2014/main" id="{A2012377-FFD1-4EB8-B57D-1BD294EF85AB}"/>
              </a:ext>
            </a:extLst>
          </p:cNvPr>
          <p:cNvSpPr>
            <a:spLocks xmlns:a="http://schemas.openxmlformats.org/drawingml/2006/main" noGrp="1"/>
          </p:cNvSpPr>
          <p:nvPr/>
        </p:nvSpPr>
        <p:spPr>
          <a:xfrm xmlns:a="http://schemas.openxmlformats.org/drawingml/2006/main">
            <a:off x="7715250" y="2838450"/>
            <a:ext cx="1762125"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E5EAF2"/>
            </a:solidFill>
          </a:ln>
        </p:spPr>
      </p:sp>
      <p:sp>
        <p:nvSpPr>
          <p:cNvPr id="20" name="">
            <a:extLst xmlns:a="http://schemas.openxmlformats.org/drawingml/2006/main">
              <a:ext uri="{FF2B5EF4-FFF2-40B4-BE49-F238E27FC236}">
                <a16:creationId xmlns:a16="http://schemas.microsoft.com/office/drawing/2014/main" id="{76616D36-F031-47FB-8D82-401F95DC7BEA}"/>
              </a:ext>
            </a:extLst>
          </p:cNvPr>
          <p:cNvSpPr>
            <a:spLocks xmlns:a="http://schemas.openxmlformats.org/drawingml/2006/main" noGrp="1"/>
          </p:cNvSpPr>
          <p:nvPr/>
        </p:nvSpPr>
        <p:spPr>
          <a:xfrm xmlns:a="http://schemas.openxmlformats.org/drawingml/2006/main">
            <a:off x="7867650" y="299085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2563EB"/>
                </a:solidFill>
                <a:latin typeface="Aptos"/>
                <a:ea typeface="Aptos"/>
                <a:cs typeface="Aptos"/>
              </a:defRPr>
            </a:pPr>
            <a:r>
              <a:rPr sz="825" b="1" i="0">
                <a:solidFill>
                  <a:srgbClr val="2563EB"/>
                </a:solidFill>
                <a:latin typeface="Aptos"/>
                <a:ea typeface="Aptos"/>
                <a:cs typeface="Aptos"/>
              </a:rPr>
              <a:t>Game 12</a:t>
            </a:r>
          </a:p>
        </p:txBody>
      </p:sp>
      <p:sp>
        <p:nvSpPr>
          <p:cNvPr id="21" name="">
            <a:extLst xmlns:a="http://schemas.openxmlformats.org/drawingml/2006/main">
              <a:ext uri="{FF2B5EF4-FFF2-40B4-BE49-F238E27FC236}">
                <a16:creationId xmlns:a16="http://schemas.microsoft.com/office/drawing/2014/main" id="{9826F333-EB75-4F80-8690-60296FF744FD}"/>
              </a:ext>
            </a:extLst>
          </p:cNvPr>
          <p:cNvSpPr>
            <a:spLocks xmlns:a="http://schemas.openxmlformats.org/drawingml/2006/main" noGrp="1"/>
          </p:cNvSpPr>
          <p:nvPr/>
        </p:nvSpPr>
        <p:spPr>
          <a:xfrm xmlns:a="http://schemas.openxmlformats.org/drawingml/2006/main">
            <a:off x="7867650" y="3219450"/>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i="0">
                <a:solidFill>
                  <a:srgbClr val="111827"/>
                </a:solidFill>
                <a:latin typeface="Aptos"/>
                <a:ea typeface="Aptos"/>
                <a:cs typeface="Aptos"/>
              </a:defRPr>
            </a:pPr>
            <a:r>
              <a:rPr sz="1200" b="1" i="0">
                <a:solidFill>
                  <a:srgbClr val="111827"/>
                </a:solidFill>
                <a:latin typeface="Aptos"/>
                <a:ea typeface="Aptos"/>
                <a:cs typeface="Aptos"/>
              </a:rPr>
              <a:t>Who wins tonight?</a:t>
            </a:r>
          </a:p>
        </p:txBody>
      </p:sp>
      <p:sp>
        <p:nvSpPr>
          <p:cNvPr id="22" name="">
            <a:extLst xmlns:a="http://schemas.openxmlformats.org/drawingml/2006/main">
              <a:ext uri="{FF2B5EF4-FFF2-40B4-BE49-F238E27FC236}">
                <a16:creationId xmlns:a16="http://schemas.microsoft.com/office/drawing/2014/main" id="{EE4FC0C7-EA6B-45E1-B735-4C380A7AA49B}"/>
              </a:ext>
            </a:extLst>
          </p:cNvPr>
          <p:cNvSpPr>
            <a:spLocks xmlns:a="http://schemas.openxmlformats.org/drawingml/2006/main" noGrp="1"/>
          </p:cNvSpPr>
          <p:nvPr/>
        </p:nvSpPr>
        <p:spPr>
          <a:xfrm xmlns:a="http://schemas.openxmlformats.org/drawingml/2006/main">
            <a:off x="7867650" y="3581400"/>
            <a:ext cx="1457325" cy="438150"/>
          </a:xfrm>
          <a:prstGeom xmlns:a="http://schemas.openxmlformats.org/drawingml/2006/main" prst="roundRect">
            <a:avLst>
              <a:gd name="adj" fmla="val 17391"/>
            </a:avLst>
          </a:prstGeom>
          <a:solidFill xmlns:a="http://schemas.openxmlformats.org/drawingml/2006/main">
            <a:srgbClr val="16A34A"/>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RCB selected</a:t>
            </a:r>
          </a:p>
        </p:txBody>
      </p:sp>
      <p:sp>
        <p:nvSpPr>
          <p:cNvPr id="23" name="">
            <a:extLst xmlns:a="http://schemas.openxmlformats.org/drawingml/2006/main">
              <a:ext uri="{FF2B5EF4-FFF2-40B4-BE49-F238E27FC236}">
                <a16:creationId xmlns:a16="http://schemas.microsoft.com/office/drawing/2014/main" id="{50D532D2-F936-449B-8EC3-239B3BA83E95}"/>
              </a:ext>
            </a:extLst>
          </p:cNvPr>
          <p:cNvSpPr>
            <a:spLocks xmlns:a="http://schemas.openxmlformats.org/drawingml/2006/main" noGrp="1"/>
          </p:cNvSpPr>
          <p:nvPr/>
        </p:nvSpPr>
        <p:spPr>
          <a:xfrm xmlns:a="http://schemas.openxmlformats.org/drawingml/2006/main">
            <a:off x="7543800" y="5048250"/>
            <a:ext cx="2105025"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5EAF2"/>
            </a:solidFill>
          </a:ln>
        </p:spPr>
      </p:sp>
      <p:sp>
        <p:nvSpPr>
          <p:cNvPr id="24" name="">
            <a:extLst xmlns:a="http://schemas.openxmlformats.org/drawingml/2006/main">
              <a:ext uri="{FF2B5EF4-FFF2-40B4-BE49-F238E27FC236}">
                <a16:creationId xmlns:a16="http://schemas.microsoft.com/office/drawing/2014/main" id="{075B89C9-D538-4F42-9CB4-A71739841AF0}"/>
              </a:ext>
            </a:extLst>
          </p:cNvPr>
          <p:cNvSpPr>
            <a:spLocks xmlns:a="http://schemas.openxmlformats.org/drawingml/2006/main" noGrp="1"/>
          </p:cNvSpPr>
          <p:nvPr/>
        </p:nvSpPr>
        <p:spPr>
          <a:xfrm xmlns:a="http://schemas.openxmlformats.org/drawingml/2006/main">
            <a:off x="7696200" y="5153025"/>
            <a:ext cx="400050" cy="285750"/>
          </a:xfrm>
          <a:prstGeom xmlns:a="http://schemas.openxmlformats.org/drawingml/2006/main" prst="roundRect">
            <a:avLst>
              <a:gd name="adj" fmla="val 26667"/>
            </a:avLst>
          </a:prstGeom>
          <a:solidFill xmlns:a="http://schemas.openxmlformats.org/drawingml/2006/main">
            <a:srgbClr val="DBEAF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5D09592-6067-49F0-89AB-FD100AE65C90}"/>
              </a:ext>
            </a:extLst>
          </p:cNvPr>
          <p:cNvSpPr>
            <a:spLocks xmlns:a="http://schemas.openxmlformats.org/drawingml/2006/main" noGrp="1"/>
          </p:cNvSpPr>
          <p:nvPr/>
        </p:nvSpPr>
        <p:spPr>
          <a:xfrm xmlns:a="http://schemas.openxmlformats.org/drawingml/2006/main">
            <a:off x="7639050" y="523875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1" i="0">
                <a:solidFill>
                  <a:srgbClr val="2563EB"/>
                </a:solidFill>
                <a:latin typeface="Aptos"/>
                <a:ea typeface="Aptos"/>
                <a:cs typeface="Aptos"/>
              </a:defRPr>
            </a:pPr>
            <a:r>
              <a:rPr sz="638" b="1" i="0">
                <a:solidFill>
                  <a:srgbClr val="2563EB"/>
                </a:solidFill>
                <a:latin typeface="Aptos"/>
                <a:ea typeface="Aptos"/>
                <a:cs typeface="Aptos"/>
              </a:rPr>
              <a:t>Home</a:t>
            </a:r>
          </a:p>
        </p:txBody>
      </p:sp>
      <p:sp>
        <p:nvSpPr>
          <p:cNvPr id="26" name="">
            <a:extLst xmlns:a="http://schemas.openxmlformats.org/drawingml/2006/main">
              <a:ext uri="{FF2B5EF4-FFF2-40B4-BE49-F238E27FC236}">
                <a16:creationId xmlns:a16="http://schemas.microsoft.com/office/drawing/2014/main" id="{DCE135AA-C49A-4D0B-B86D-4DC8FB3696BA}"/>
              </a:ext>
            </a:extLst>
          </p:cNvPr>
          <p:cNvSpPr>
            <a:spLocks xmlns:a="http://schemas.openxmlformats.org/drawingml/2006/main" noGrp="1"/>
          </p:cNvSpPr>
          <p:nvPr/>
        </p:nvSpPr>
        <p:spPr>
          <a:xfrm xmlns:a="http://schemas.openxmlformats.org/drawingml/2006/main">
            <a:off x="8117681" y="523875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Claim</a:t>
            </a:r>
          </a:p>
        </p:txBody>
      </p:sp>
      <p:sp>
        <p:nvSpPr>
          <p:cNvPr id="27" name="">
            <a:extLst xmlns:a="http://schemas.openxmlformats.org/drawingml/2006/main">
              <a:ext uri="{FF2B5EF4-FFF2-40B4-BE49-F238E27FC236}">
                <a16:creationId xmlns:a16="http://schemas.microsoft.com/office/drawing/2014/main" id="{26656370-6BBD-46AA-AC85-AA91ACBD11D2}"/>
              </a:ext>
            </a:extLst>
          </p:cNvPr>
          <p:cNvSpPr>
            <a:spLocks xmlns:a="http://schemas.openxmlformats.org/drawingml/2006/main" noGrp="1"/>
          </p:cNvSpPr>
          <p:nvPr/>
        </p:nvSpPr>
        <p:spPr>
          <a:xfrm xmlns:a="http://schemas.openxmlformats.org/drawingml/2006/main">
            <a:off x="8596313" y="523875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Admin</a:t>
            </a:r>
          </a:p>
        </p:txBody>
      </p:sp>
      <p:sp>
        <p:nvSpPr>
          <p:cNvPr id="28" name="">
            <a:extLst xmlns:a="http://schemas.openxmlformats.org/drawingml/2006/main">
              <a:ext uri="{FF2B5EF4-FFF2-40B4-BE49-F238E27FC236}">
                <a16:creationId xmlns:a16="http://schemas.microsoft.com/office/drawing/2014/main" id="{16D5041B-99F9-4C77-ACD1-70431845ADF5}"/>
              </a:ext>
            </a:extLst>
          </p:cNvPr>
          <p:cNvSpPr>
            <a:spLocks xmlns:a="http://schemas.openxmlformats.org/drawingml/2006/main" noGrp="1"/>
          </p:cNvSpPr>
          <p:nvPr/>
        </p:nvSpPr>
        <p:spPr>
          <a:xfrm xmlns:a="http://schemas.openxmlformats.org/drawingml/2006/main">
            <a:off x="9074944" y="523875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Account</a:t>
            </a:r>
          </a:p>
        </p:txBody>
      </p:sp>
      <p:sp>
        <p:nvSpPr>
          <p:cNvPr id="29" name="">
            <a:extLst xmlns:a="http://schemas.openxmlformats.org/drawingml/2006/main">
              <a:ext uri="{FF2B5EF4-FFF2-40B4-BE49-F238E27FC236}">
                <a16:creationId xmlns:a16="http://schemas.microsoft.com/office/drawing/2014/main" id="{528E2538-4049-4BE4-A113-C1D5A04563B0}"/>
              </a:ext>
            </a:extLst>
          </p:cNvPr>
          <p:cNvSpPr>
            <a:spLocks xmlns:a="http://schemas.openxmlformats.org/drawingml/2006/main" noGrp="1"/>
          </p:cNvSpPr>
          <p:nvPr/>
        </p:nvSpPr>
        <p:spPr>
          <a:xfrm xmlns:a="http://schemas.openxmlformats.org/drawingml/2006/main">
            <a:off x="9477375" y="1428750"/>
            <a:ext cx="2171700" cy="4476750"/>
          </a:xfrm>
          <a:prstGeom xmlns:a="http://schemas.openxmlformats.org/drawingml/2006/main" prst="roundRect">
            <a:avLst>
              <a:gd name="adj" fmla="val 3509"/>
            </a:avLst>
          </a:prstGeom>
          <a:solidFill xmlns:a="http://schemas.openxmlformats.org/drawingml/2006/main">
            <a:srgbClr val="101827"/>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9C31302-359D-4C83-A35A-C4BAC4260263}"/>
              </a:ext>
            </a:extLst>
          </p:cNvPr>
          <p:cNvSpPr>
            <a:spLocks xmlns:a="http://schemas.openxmlformats.org/drawingml/2006/main" noGrp="1"/>
          </p:cNvSpPr>
          <p:nvPr/>
        </p:nvSpPr>
        <p:spPr>
          <a:xfrm xmlns:a="http://schemas.openxmlformats.org/drawingml/2006/main">
            <a:off x="9591675" y="1543050"/>
            <a:ext cx="1943100" cy="4248150"/>
          </a:xfrm>
          <a:prstGeom xmlns:a="http://schemas.openxmlformats.org/drawingml/2006/main" prst="roundRect">
            <a:avLst>
              <a:gd name="adj" fmla="val 3922"/>
            </a:avLst>
          </a:prstGeom>
          <a:solidFill xmlns:a="http://schemas.openxmlformats.org/drawingml/2006/main">
            <a:srgbClr val="FFF7ED"/>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B5E3A1F-39D1-41E1-A635-B82AB3F55FB8}"/>
              </a:ext>
            </a:extLst>
          </p:cNvPr>
          <p:cNvSpPr>
            <a:spLocks xmlns:a="http://schemas.openxmlformats.org/drawingml/2006/main" noGrp="1"/>
          </p:cNvSpPr>
          <p:nvPr/>
        </p:nvSpPr>
        <p:spPr>
          <a:xfrm xmlns:a="http://schemas.openxmlformats.org/drawingml/2006/main">
            <a:off x="10239375" y="1619250"/>
            <a:ext cx="647700" cy="66675"/>
          </a:xfrm>
          <a:prstGeom xmlns:a="http://schemas.openxmlformats.org/drawingml/2006/main" prst="roundRect">
            <a:avLst>
              <a:gd name="adj" fmla="val 50000"/>
            </a:avLst>
          </a:prstGeom>
          <a:solidFill xmlns:a="http://schemas.openxmlformats.org/drawingml/2006/main">
            <a:srgbClr val="11182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52B113F-F3A8-4C02-AE75-E21297821204}"/>
              </a:ext>
            </a:extLst>
          </p:cNvPr>
          <p:cNvSpPr>
            <a:spLocks xmlns:a="http://schemas.openxmlformats.org/drawingml/2006/main" noGrp="1"/>
          </p:cNvSpPr>
          <p:nvPr/>
        </p:nvSpPr>
        <p:spPr>
          <a:xfrm xmlns:a="http://schemas.openxmlformats.org/drawingml/2006/main">
            <a:off x="9763125" y="17526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i="0">
                <a:solidFill>
                  <a:srgbClr val="111827"/>
                </a:solidFill>
                <a:latin typeface="Aptos"/>
                <a:ea typeface="Aptos"/>
                <a:cs typeface="Aptos"/>
              </a:defRPr>
            </a:pPr>
            <a:r>
              <a:rPr sz="1125" b="1" i="0">
                <a:solidFill>
                  <a:srgbClr val="111827"/>
                </a:solidFill>
                <a:latin typeface="Aptos"/>
                <a:ea typeface="Aptos"/>
                <a:cs typeface="Aptos"/>
              </a:rPr>
              <a:t>FanVerdict</a:t>
            </a:r>
          </a:p>
        </p:txBody>
      </p:sp>
      <p:sp>
        <p:nvSpPr>
          <p:cNvPr id="33" name="">
            <a:extLst xmlns:a="http://schemas.openxmlformats.org/drawingml/2006/main">
              <a:ext uri="{FF2B5EF4-FFF2-40B4-BE49-F238E27FC236}">
                <a16:creationId xmlns:a16="http://schemas.microsoft.com/office/drawing/2014/main" id="{D7230EB0-118D-48A6-9BC7-7B677C9CC0B2}"/>
              </a:ext>
            </a:extLst>
          </p:cNvPr>
          <p:cNvSpPr>
            <a:spLocks xmlns:a="http://schemas.openxmlformats.org/drawingml/2006/main" noGrp="1"/>
          </p:cNvSpPr>
          <p:nvPr/>
        </p:nvSpPr>
        <p:spPr>
          <a:xfrm xmlns:a="http://schemas.openxmlformats.org/drawingml/2006/main">
            <a:off x="10734675" y="17526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825" b="1" i="0">
                <a:solidFill>
                  <a:srgbClr val="2563EB"/>
                </a:solidFill>
                <a:latin typeface="Aptos"/>
                <a:ea typeface="Aptos"/>
                <a:cs typeface="Aptos"/>
              </a:defRPr>
            </a:pPr>
            <a:r>
              <a:rPr sz="825" b="1" i="0">
                <a:solidFill>
                  <a:srgbClr val="2563EB"/>
                </a:solidFill>
                <a:latin typeface="Aptos"/>
                <a:ea typeface="Aptos"/>
                <a:cs typeface="Aptos"/>
              </a:rPr>
              <a:t>Done</a:t>
            </a:r>
          </a:p>
        </p:txBody>
      </p:sp>
      <p:sp>
        <p:nvSpPr>
          <p:cNvPr id="34" name="">
            <a:extLst xmlns:a="http://schemas.openxmlformats.org/drawingml/2006/main">
              <a:ext uri="{FF2B5EF4-FFF2-40B4-BE49-F238E27FC236}">
                <a16:creationId xmlns:a16="http://schemas.microsoft.com/office/drawing/2014/main" id="{A953F54D-2758-4DA3-A265-EB46FA76A7AC}"/>
              </a:ext>
            </a:extLst>
          </p:cNvPr>
          <p:cNvSpPr>
            <a:spLocks xmlns:a="http://schemas.openxmlformats.org/drawingml/2006/main" noGrp="1"/>
          </p:cNvSpPr>
          <p:nvPr/>
        </p:nvSpPr>
        <p:spPr>
          <a:xfrm xmlns:a="http://schemas.openxmlformats.org/drawingml/2006/main">
            <a:off x="9763125" y="2095500"/>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Claim Profile</a:t>
            </a:r>
          </a:p>
        </p:txBody>
      </p:sp>
      <p:sp>
        <p:nvSpPr>
          <p:cNvPr id="35" name="">
            <a:extLst xmlns:a="http://schemas.openxmlformats.org/drawingml/2006/main">
              <a:ext uri="{FF2B5EF4-FFF2-40B4-BE49-F238E27FC236}">
                <a16:creationId xmlns:a16="http://schemas.microsoft.com/office/drawing/2014/main" id="{72DC0494-910B-48D6-91F3-05020533F62E}"/>
              </a:ext>
            </a:extLst>
          </p:cNvPr>
          <p:cNvSpPr>
            <a:spLocks xmlns:a="http://schemas.openxmlformats.org/drawingml/2006/main" noGrp="1"/>
          </p:cNvSpPr>
          <p:nvPr/>
        </p:nvSpPr>
        <p:spPr>
          <a:xfrm xmlns:a="http://schemas.openxmlformats.org/drawingml/2006/main">
            <a:off x="9763125" y="2543175"/>
            <a:ext cx="1600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FFEDD5"/>
            </a:solidFill>
          </a:ln>
        </p:spPr>
      </p:sp>
      <p:sp>
        <p:nvSpPr>
          <p:cNvPr id="36" name="">
            <a:extLst xmlns:a="http://schemas.openxmlformats.org/drawingml/2006/main">
              <a:ext uri="{FF2B5EF4-FFF2-40B4-BE49-F238E27FC236}">
                <a16:creationId xmlns:a16="http://schemas.microsoft.com/office/drawing/2014/main" id="{9E137E46-0411-423F-98D2-DAB22DDB4B9A}"/>
              </a:ext>
            </a:extLst>
          </p:cNvPr>
          <p:cNvSpPr>
            <a:spLocks xmlns:a="http://schemas.openxmlformats.org/drawingml/2006/main" noGrp="1"/>
          </p:cNvSpPr>
          <p:nvPr/>
        </p:nvSpPr>
        <p:spPr>
          <a:xfrm xmlns:a="http://schemas.openxmlformats.org/drawingml/2006/main">
            <a:off x="9896475" y="27146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i="0">
                <a:solidFill>
                  <a:srgbClr val="64748B"/>
                </a:solidFill>
                <a:latin typeface="Aptos"/>
                <a:ea typeface="Aptos"/>
                <a:cs typeface="Aptos"/>
              </a:defRPr>
            </a:pPr>
            <a:r>
              <a:rPr sz="900" b="0" i="0">
                <a:solidFill>
                  <a:srgbClr val="64748B"/>
                </a:solidFill>
                <a:latin typeface="Aptos"/>
                <a:ea typeface="Aptos"/>
                <a:cs typeface="Aptos"/>
              </a:rPr>
              <a:t>Search historical name</a:t>
            </a:r>
          </a:p>
        </p:txBody>
      </p:sp>
      <p:sp>
        <p:nvSpPr>
          <p:cNvPr id="37" name="">
            <a:extLst xmlns:a="http://schemas.openxmlformats.org/drawingml/2006/main">
              <a:ext uri="{FF2B5EF4-FFF2-40B4-BE49-F238E27FC236}">
                <a16:creationId xmlns:a16="http://schemas.microsoft.com/office/drawing/2014/main" id="{9AC6A9D9-017F-40C7-BDBB-DB25847126AE}"/>
              </a:ext>
            </a:extLst>
          </p:cNvPr>
          <p:cNvSpPr>
            <a:spLocks xmlns:a="http://schemas.openxmlformats.org/drawingml/2006/main" noGrp="1"/>
          </p:cNvSpPr>
          <p:nvPr/>
        </p:nvSpPr>
        <p:spPr>
          <a:xfrm xmlns:a="http://schemas.openxmlformats.org/drawingml/2006/main">
            <a:off x="9763125" y="3238500"/>
            <a:ext cx="160020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FED7AA"/>
            </a:solidFill>
          </a:ln>
        </p:spPr>
      </p:sp>
      <p:sp>
        <p:nvSpPr>
          <p:cNvPr id="38" name="">
            <a:extLst xmlns:a="http://schemas.openxmlformats.org/drawingml/2006/main">
              <a:ext uri="{FF2B5EF4-FFF2-40B4-BE49-F238E27FC236}">
                <a16:creationId xmlns:a16="http://schemas.microsoft.com/office/drawing/2014/main" id="{D6BCCC9E-B35B-49E2-87B4-7A829BE429B8}"/>
              </a:ext>
            </a:extLst>
          </p:cNvPr>
          <p:cNvSpPr>
            <a:spLocks xmlns:a="http://schemas.openxmlformats.org/drawingml/2006/main" noGrp="1"/>
          </p:cNvSpPr>
          <p:nvPr/>
        </p:nvSpPr>
        <p:spPr>
          <a:xfrm xmlns:a="http://schemas.openxmlformats.org/drawingml/2006/main">
            <a:off x="9915525" y="33909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i="0">
                <a:solidFill>
                  <a:srgbClr val="111827"/>
                </a:solidFill>
                <a:latin typeface="Aptos"/>
                <a:ea typeface="Aptos"/>
                <a:cs typeface="Aptos"/>
              </a:defRPr>
            </a:pPr>
            <a:r>
              <a:rPr sz="1350" b="1" i="0">
                <a:solidFill>
                  <a:srgbClr val="111827"/>
                </a:solidFill>
                <a:latin typeface="Aptos"/>
                <a:ea typeface="Aptos"/>
                <a:cs typeface="Aptos"/>
              </a:rPr>
              <a:t>Sai</a:t>
            </a:r>
          </a:p>
        </p:txBody>
      </p:sp>
      <p:sp>
        <p:nvSpPr>
          <p:cNvPr id="39" name="">
            <a:extLst xmlns:a="http://schemas.openxmlformats.org/drawingml/2006/main">
              <a:ext uri="{FF2B5EF4-FFF2-40B4-BE49-F238E27FC236}">
                <a16:creationId xmlns:a16="http://schemas.microsoft.com/office/drawing/2014/main" id="{030DC731-9DDF-4D91-8477-B5DB97DC3A04}"/>
              </a:ext>
            </a:extLst>
          </p:cNvPr>
          <p:cNvSpPr>
            <a:spLocks xmlns:a="http://schemas.openxmlformats.org/drawingml/2006/main" noGrp="1"/>
          </p:cNvSpPr>
          <p:nvPr/>
        </p:nvSpPr>
        <p:spPr>
          <a:xfrm xmlns:a="http://schemas.openxmlformats.org/drawingml/2006/main">
            <a:off x="10658475" y="3400425"/>
            <a:ext cx="819150" cy="285750"/>
          </a:xfrm>
          <a:prstGeom xmlns:a="http://schemas.openxmlformats.org/drawingml/2006/main" prst="roundRect">
            <a:avLst>
              <a:gd name="adj" fmla="val 26667"/>
            </a:avLst>
          </a:prstGeom>
          <a:solidFill xmlns:a="http://schemas.openxmlformats.org/drawingml/2006/main">
            <a:srgbClr val="FFEDD5"/>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9A3412"/>
                </a:solidFill>
                <a:latin typeface="Aptos"/>
                <a:ea typeface="Aptos"/>
                <a:cs typeface="Aptos"/>
              </a:defRPr>
            </a:pPr>
            <a:r>
              <a:rPr sz="975" b="1">
                <a:solidFill>
                  <a:srgbClr val="9A3412"/>
                </a:solidFill>
                <a:latin typeface="Aptos"/>
                <a:ea typeface="Aptos"/>
                <a:cs typeface="Aptos"/>
              </a:rPr>
              <a:t>Unclaimed</a:t>
            </a:r>
          </a:p>
        </p:txBody>
      </p:sp>
      <p:sp>
        <p:nvSpPr>
          <p:cNvPr id="40" name="">
            <a:extLst xmlns:a="http://schemas.openxmlformats.org/drawingml/2006/main">
              <a:ext uri="{FF2B5EF4-FFF2-40B4-BE49-F238E27FC236}">
                <a16:creationId xmlns:a16="http://schemas.microsoft.com/office/drawing/2014/main" id="{C48FBDC9-0E1D-4CF2-A403-5E80C487B291}"/>
              </a:ext>
            </a:extLst>
          </p:cNvPr>
          <p:cNvSpPr>
            <a:spLocks xmlns:a="http://schemas.openxmlformats.org/drawingml/2006/main" noGrp="1"/>
          </p:cNvSpPr>
          <p:nvPr/>
        </p:nvSpPr>
        <p:spPr>
          <a:xfrm xmlns:a="http://schemas.openxmlformats.org/drawingml/2006/main">
            <a:off x="9915525" y="3733800"/>
            <a:ext cx="1333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i="0">
                <a:solidFill>
                  <a:srgbClr val="64748B"/>
                </a:solidFill>
                <a:latin typeface="Aptos"/>
                <a:ea typeface="Aptos"/>
                <a:cs typeface="Aptos"/>
              </a:defRPr>
            </a:pPr>
            <a:r>
              <a:rPr sz="825" b="0" i="0">
                <a:solidFill>
                  <a:srgbClr val="64748B"/>
                </a:solidFill>
                <a:latin typeface="Aptos"/>
                <a:ea typeface="Aptos"/>
                <a:cs typeface="Aptos"/>
              </a:rPr>
              <a:t>2 seasons  |  68 pts</a:t>
            </a:r>
          </a:p>
        </p:txBody>
      </p:sp>
      <p:sp>
        <p:nvSpPr>
          <p:cNvPr id="41" name="">
            <a:extLst xmlns:a="http://schemas.openxmlformats.org/drawingml/2006/main">
              <a:ext uri="{FF2B5EF4-FFF2-40B4-BE49-F238E27FC236}">
                <a16:creationId xmlns:a16="http://schemas.microsoft.com/office/drawing/2014/main" id="{31C0B035-9759-469F-B4C8-7ABA02711C3B}"/>
              </a:ext>
            </a:extLst>
          </p:cNvPr>
          <p:cNvSpPr>
            <a:spLocks xmlns:a="http://schemas.openxmlformats.org/drawingml/2006/main" noGrp="1"/>
          </p:cNvSpPr>
          <p:nvPr/>
        </p:nvSpPr>
        <p:spPr>
          <a:xfrm xmlns:a="http://schemas.openxmlformats.org/drawingml/2006/main">
            <a:off x="9915525" y="4324350"/>
            <a:ext cx="1295400" cy="438150"/>
          </a:xfrm>
          <a:prstGeom xmlns:a="http://schemas.openxmlformats.org/drawingml/2006/main" prst="roundRect">
            <a:avLst>
              <a:gd name="adj" fmla="val 17391"/>
            </a:avLst>
          </a:prstGeom>
          <a:solidFill xmlns:a="http://schemas.openxmlformats.org/drawingml/2006/main">
            <a:srgbClr val="2563EB"/>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Request claim</a:t>
            </a:r>
          </a:p>
        </p:txBody>
      </p:sp>
      <p:sp>
        <p:nvSpPr>
          <p:cNvPr id="42" name="">
            <a:extLst xmlns:a="http://schemas.openxmlformats.org/drawingml/2006/main">
              <a:ext uri="{FF2B5EF4-FFF2-40B4-BE49-F238E27FC236}">
                <a16:creationId xmlns:a16="http://schemas.microsoft.com/office/drawing/2014/main" id="{96ECD51D-2B20-4173-A910-C537C8AB6110}"/>
              </a:ext>
            </a:extLst>
          </p:cNvPr>
          <p:cNvSpPr>
            <a:spLocks xmlns:a="http://schemas.openxmlformats.org/drawingml/2006/main" noGrp="1"/>
          </p:cNvSpPr>
          <p:nvPr/>
        </p:nvSpPr>
        <p:spPr>
          <a:xfrm xmlns:a="http://schemas.openxmlformats.org/drawingml/2006/main">
            <a:off x="9591675" y="5238750"/>
            <a:ext cx="19431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5EAF2"/>
            </a:solidFill>
          </a:ln>
        </p:spPr>
      </p:sp>
      <p:sp>
        <p:nvSpPr>
          <p:cNvPr id="43" name="">
            <a:extLst xmlns:a="http://schemas.openxmlformats.org/drawingml/2006/main">
              <a:ext uri="{FF2B5EF4-FFF2-40B4-BE49-F238E27FC236}">
                <a16:creationId xmlns:a16="http://schemas.microsoft.com/office/drawing/2014/main" id="{4B2BB875-C8D5-4C58-81E0-D492BE5A760D}"/>
              </a:ext>
            </a:extLst>
          </p:cNvPr>
          <p:cNvSpPr>
            <a:spLocks xmlns:a="http://schemas.openxmlformats.org/drawingml/2006/main" noGrp="1"/>
          </p:cNvSpPr>
          <p:nvPr/>
        </p:nvSpPr>
        <p:spPr>
          <a:xfrm xmlns:a="http://schemas.openxmlformats.org/drawingml/2006/main">
            <a:off x="9686925" y="542925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Home</a:t>
            </a:r>
          </a:p>
        </p:txBody>
      </p:sp>
      <p:sp>
        <p:nvSpPr>
          <p:cNvPr id="44" name="">
            <a:extLst xmlns:a="http://schemas.openxmlformats.org/drawingml/2006/main">
              <a:ext uri="{FF2B5EF4-FFF2-40B4-BE49-F238E27FC236}">
                <a16:creationId xmlns:a16="http://schemas.microsoft.com/office/drawing/2014/main" id="{E3F1F9ED-5C28-4E01-A4CF-ED200D12D8A7}"/>
              </a:ext>
            </a:extLst>
          </p:cNvPr>
          <p:cNvSpPr>
            <a:spLocks xmlns:a="http://schemas.openxmlformats.org/drawingml/2006/main" noGrp="1"/>
          </p:cNvSpPr>
          <p:nvPr/>
        </p:nvSpPr>
        <p:spPr>
          <a:xfrm xmlns:a="http://schemas.openxmlformats.org/drawingml/2006/main">
            <a:off x="10182225" y="5343525"/>
            <a:ext cx="400050" cy="285750"/>
          </a:xfrm>
          <a:prstGeom xmlns:a="http://schemas.openxmlformats.org/drawingml/2006/main" prst="roundRect">
            <a:avLst>
              <a:gd name="adj" fmla="val 26667"/>
            </a:avLst>
          </a:prstGeom>
          <a:solidFill xmlns:a="http://schemas.openxmlformats.org/drawingml/2006/main">
            <a:srgbClr val="DBEAFE"/>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7E237C3C-E96F-4DBB-B15B-A74EC2B5EBB7}"/>
              </a:ext>
            </a:extLst>
          </p:cNvPr>
          <p:cNvSpPr>
            <a:spLocks xmlns:a="http://schemas.openxmlformats.org/drawingml/2006/main" noGrp="1"/>
          </p:cNvSpPr>
          <p:nvPr/>
        </p:nvSpPr>
        <p:spPr>
          <a:xfrm xmlns:a="http://schemas.openxmlformats.org/drawingml/2006/main">
            <a:off x="10125075" y="542925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1" i="0">
                <a:solidFill>
                  <a:srgbClr val="2563EB"/>
                </a:solidFill>
                <a:latin typeface="Aptos"/>
                <a:ea typeface="Aptos"/>
                <a:cs typeface="Aptos"/>
              </a:defRPr>
            </a:pPr>
            <a:r>
              <a:rPr sz="638" b="1" i="0">
                <a:solidFill>
                  <a:srgbClr val="2563EB"/>
                </a:solidFill>
                <a:latin typeface="Aptos"/>
                <a:ea typeface="Aptos"/>
                <a:cs typeface="Aptos"/>
              </a:rPr>
              <a:t>Claim</a:t>
            </a:r>
          </a:p>
        </p:txBody>
      </p:sp>
      <p:sp>
        <p:nvSpPr>
          <p:cNvPr id="46" name="">
            <a:extLst xmlns:a="http://schemas.openxmlformats.org/drawingml/2006/main">
              <a:ext uri="{FF2B5EF4-FFF2-40B4-BE49-F238E27FC236}">
                <a16:creationId xmlns:a16="http://schemas.microsoft.com/office/drawing/2014/main" id="{756CF958-F94E-4650-9158-1421C57DD3FC}"/>
              </a:ext>
            </a:extLst>
          </p:cNvPr>
          <p:cNvSpPr>
            <a:spLocks xmlns:a="http://schemas.openxmlformats.org/drawingml/2006/main" noGrp="1"/>
          </p:cNvSpPr>
          <p:nvPr/>
        </p:nvSpPr>
        <p:spPr>
          <a:xfrm xmlns:a="http://schemas.openxmlformats.org/drawingml/2006/main">
            <a:off x="10563225" y="542925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Admin</a:t>
            </a:r>
          </a:p>
        </p:txBody>
      </p:sp>
      <p:sp>
        <p:nvSpPr>
          <p:cNvPr id="47" name="">
            <a:extLst xmlns:a="http://schemas.openxmlformats.org/drawingml/2006/main">
              <a:ext uri="{FF2B5EF4-FFF2-40B4-BE49-F238E27FC236}">
                <a16:creationId xmlns:a16="http://schemas.microsoft.com/office/drawing/2014/main" id="{23E93FDA-C0DD-499B-AD02-27E89B54C8FB}"/>
              </a:ext>
            </a:extLst>
          </p:cNvPr>
          <p:cNvSpPr>
            <a:spLocks xmlns:a="http://schemas.openxmlformats.org/drawingml/2006/main" noGrp="1"/>
          </p:cNvSpPr>
          <p:nvPr/>
        </p:nvSpPr>
        <p:spPr>
          <a:xfrm xmlns:a="http://schemas.openxmlformats.org/drawingml/2006/main">
            <a:off x="11001375" y="542925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Account</a:t>
            </a:r>
          </a:p>
        </p:txBody>
      </p:sp>
      <p:sp>
        <p:nvSpPr>
          <p:cNvPr id="48" name="">
            <a:extLst xmlns:a="http://schemas.openxmlformats.org/drawingml/2006/main">
              <a:ext uri="{FF2B5EF4-FFF2-40B4-BE49-F238E27FC236}">
                <a16:creationId xmlns:a16="http://schemas.microsoft.com/office/drawing/2014/main" id="{13B37E00-374C-46E0-B88A-7C4E56DEE95C}"/>
              </a:ext>
            </a:extLst>
          </p:cNvPr>
          <p:cNvSpPr>
            <a:spLocks xmlns:a="http://schemas.openxmlformats.org/drawingml/2006/main" noGrp="1"/>
          </p:cNvSpPr>
          <p:nvPr/>
        </p:nvSpPr>
        <p:spPr>
          <a:xfrm xmlns:a="http://schemas.openxmlformats.org/drawingml/2006/main">
            <a:off x="10953750" y="609600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200" b="1" i="0">
                <a:solidFill>
                  <a:srgbClr val="93C5FD"/>
                </a:solidFill>
                <a:latin typeface="Aptos"/>
                <a:ea typeface="Aptos"/>
                <a:cs typeface="Aptos"/>
              </a:defRPr>
            </a:pPr>
            <a:r>
              <a:rPr sz="1200" b="1" i="0">
                <a:solidFill>
                  <a:srgbClr val="93C5FD"/>
                </a:solidFill>
                <a:latin typeface="Aptos"/>
                <a:ea typeface="Aptos"/>
                <a:cs typeface="Aptos"/>
              </a:rPr>
              <a:t>01</a:t>
            </a:r>
          </a:p>
        </p:txBody>
      </p:sp>
    </p:spTree>
    <p:extLst>
      <p:ext uri="{BB962C8B-B14F-4D97-AF65-F5344CB8AC3E}">
        <p14:creationId xmlns:p14="http://schemas.microsoft.com/office/powerpoint/2010/main" val="862965590"/>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3DB0D9-BD97-4A30-9FB5-F7E1A322E0A9}"/>
              </a:ext>
            </a:extLst>
          </p:cNvPr>
          <p:cNvSpPr>
            <a:spLocks xmlns:a="http://schemas.openxmlformats.org/drawingml/2006/main" noGrp="1"/>
          </p:cNvSpPr>
          <p:nvPr/>
        </p:nvSpPr>
        <p:spPr>
          <a:xfrm xmlns:a="http://schemas.openxmlformats.org/drawingml/2006/main">
            <a:off x="609600" y="4572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2563EB"/>
                </a:solidFill>
                <a:latin typeface="Aptos"/>
                <a:ea typeface="Aptos"/>
                <a:cs typeface="Aptos"/>
              </a:defRPr>
            </a:pPr>
            <a:r>
              <a:rPr sz="1050" b="1" i="0">
                <a:solidFill>
                  <a:srgbClr val="2563EB"/>
                </a:solidFill>
                <a:latin typeface="Aptos"/>
                <a:ea typeface="Aptos"/>
                <a:cs typeface="Aptos"/>
              </a:rPr>
              <a:t>MOBILE SHELL</a:t>
            </a:r>
          </a:p>
        </p:txBody>
      </p:sp>
      <p:sp>
        <p:nvSpPr>
          <p:cNvPr id="2" name="">
            <a:extLst xmlns:a="http://schemas.openxmlformats.org/drawingml/2006/main">
              <a:ext uri="{FF2B5EF4-FFF2-40B4-BE49-F238E27FC236}">
                <a16:creationId xmlns:a16="http://schemas.microsoft.com/office/drawing/2014/main" id="{013342E7-3860-4FAA-9618-07C33129459C}"/>
              </a:ext>
            </a:extLst>
          </p:cNvPr>
          <p:cNvSpPr>
            <a:spLocks xmlns:a="http://schemas.openxmlformats.org/drawingml/2006/main" noGrp="1"/>
          </p:cNvSpPr>
          <p:nvPr/>
        </p:nvSpPr>
        <p:spPr>
          <a:xfrm xmlns:a="http://schemas.openxmlformats.org/drawingml/2006/main">
            <a:off x="609600" y="742950"/>
            <a:ext cx="704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150" b="1" i="0">
                <a:solidFill>
                  <a:srgbClr val="111827"/>
                </a:solidFill>
                <a:latin typeface="Aptos"/>
                <a:ea typeface="Aptos"/>
                <a:cs typeface="Aptos"/>
              </a:defRPr>
            </a:pPr>
            <a:r>
              <a:rPr sz="3150" b="1" i="0">
                <a:solidFill>
                  <a:srgbClr val="111827"/>
                </a:solidFill>
                <a:latin typeface="Aptos"/>
                <a:ea typeface="Aptos"/>
                <a:cs typeface="Aptos"/>
              </a:rPr>
              <a:t>A compact app frame for repeated game-day use</a:t>
            </a:r>
          </a:p>
        </p:txBody>
      </p:sp>
      <p:sp>
        <p:nvSpPr>
          <p:cNvPr id="3" name="">
            <a:extLst xmlns:a="http://schemas.openxmlformats.org/drawingml/2006/main">
              <a:ext uri="{FF2B5EF4-FFF2-40B4-BE49-F238E27FC236}">
                <a16:creationId xmlns:a16="http://schemas.microsoft.com/office/drawing/2014/main" id="{8FF01439-4D97-49B8-A487-CB52ECB7F6CC}"/>
              </a:ext>
            </a:extLst>
          </p:cNvPr>
          <p:cNvSpPr>
            <a:spLocks xmlns:a="http://schemas.openxmlformats.org/drawingml/2006/main" noGrp="1"/>
          </p:cNvSpPr>
          <p:nvPr/>
        </p:nvSpPr>
        <p:spPr>
          <a:xfrm xmlns:a="http://schemas.openxmlformats.org/drawingml/2006/main">
            <a:off x="609600" y="1695450"/>
            <a:ext cx="590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i="0">
                <a:solidFill>
                  <a:srgbClr val="64748B"/>
                </a:solidFill>
                <a:latin typeface="Aptos"/>
                <a:ea typeface="Aptos"/>
                <a:cs typeface="Aptos"/>
              </a:defRPr>
            </a:pPr>
            <a:r>
              <a:rPr sz="1350" b="0" i="0">
                <a:solidFill>
                  <a:srgbClr val="64748B"/>
                </a:solidFill>
                <a:latin typeface="Aptos"/>
                <a:ea typeface="Aptos"/>
                <a:cs typeface="Aptos"/>
              </a:rPr>
              <a:t>One bottom nav, one sticky action zone, and picker sheets for every long selection.</a:t>
            </a:r>
          </a:p>
        </p:txBody>
      </p:sp>
      <p:sp>
        <p:nvSpPr>
          <p:cNvPr id="4" name="">
            <a:extLst xmlns:a="http://schemas.openxmlformats.org/drawingml/2006/main">
              <a:ext uri="{FF2B5EF4-FFF2-40B4-BE49-F238E27FC236}">
                <a16:creationId xmlns:a16="http://schemas.microsoft.com/office/drawing/2014/main" id="{A9860661-5222-4561-8E25-5D9527BF9BCD}"/>
              </a:ext>
            </a:extLst>
          </p:cNvPr>
          <p:cNvSpPr>
            <a:spLocks xmlns:a="http://schemas.openxmlformats.org/drawingml/2006/main" noGrp="1"/>
          </p:cNvSpPr>
          <p:nvPr/>
        </p:nvSpPr>
        <p:spPr>
          <a:xfrm xmlns:a="http://schemas.openxmlformats.org/drawingml/2006/main">
            <a:off x="7810500" y="838200"/>
            <a:ext cx="2571750" cy="5334000"/>
          </a:xfrm>
          <a:prstGeom xmlns:a="http://schemas.openxmlformats.org/drawingml/2006/main" prst="roundRect">
            <a:avLst>
              <a:gd name="adj" fmla="val 2963"/>
            </a:avLst>
          </a:prstGeom>
          <a:solidFill xmlns:a="http://schemas.openxmlformats.org/drawingml/2006/main">
            <a:srgbClr val="10182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33D0D31-1A4B-4881-A0D2-EAB0C2B8964F}"/>
              </a:ext>
            </a:extLst>
          </p:cNvPr>
          <p:cNvSpPr>
            <a:spLocks xmlns:a="http://schemas.openxmlformats.org/drawingml/2006/main" noGrp="1"/>
          </p:cNvSpPr>
          <p:nvPr/>
        </p:nvSpPr>
        <p:spPr>
          <a:xfrm xmlns:a="http://schemas.openxmlformats.org/drawingml/2006/main">
            <a:off x="7924800" y="952500"/>
            <a:ext cx="2343150" cy="5105400"/>
          </a:xfrm>
          <a:prstGeom xmlns:a="http://schemas.openxmlformats.org/drawingml/2006/main" prst="roundRect">
            <a:avLst>
              <a:gd name="adj" fmla="val 3252"/>
            </a:avLst>
          </a:prstGeom>
          <a:solidFill xmlns:a="http://schemas.openxmlformats.org/drawingml/2006/main">
            <a:srgbClr val="F8FAF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B50BB3-E6AB-4331-8314-62C6AE9285B8}"/>
              </a:ext>
            </a:extLst>
          </p:cNvPr>
          <p:cNvSpPr>
            <a:spLocks xmlns:a="http://schemas.openxmlformats.org/drawingml/2006/main" noGrp="1"/>
          </p:cNvSpPr>
          <p:nvPr/>
        </p:nvSpPr>
        <p:spPr>
          <a:xfrm xmlns:a="http://schemas.openxmlformats.org/drawingml/2006/main">
            <a:off x="8772525" y="1028700"/>
            <a:ext cx="647700" cy="66675"/>
          </a:xfrm>
          <a:prstGeom xmlns:a="http://schemas.openxmlformats.org/drawingml/2006/main" prst="roundRect">
            <a:avLst>
              <a:gd name="adj" fmla="val 50000"/>
            </a:avLst>
          </a:prstGeom>
          <a:solidFill xmlns:a="http://schemas.openxmlformats.org/drawingml/2006/main">
            <a:srgbClr val="11182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D78AE6-E1AC-456C-9A49-80DA7AD12B91}"/>
              </a:ext>
            </a:extLst>
          </p:cNvPr>
          <p:cNvSpPr>
            <a:spLocks xmlns:a="http://schemas.openxmlformats.org/drawingml/2006/main" noGrp="1"/>
          </p:cNvSpPr>
          <p:nvPr/>
        </p:nvSpPr>
        <p:spPr>
          <a:xfrm xmlns:a="http://schemas.openxmlformats.org/drawingml/2006/main">
            <a:off x="8096250" y="11620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i="0">
                <a:solidFill>
                  <a:srgbClr val="111827"/>
                </a:solidFill>
                <a:latin typeface="Aptos"/>
                <a:ea typeface="Aptos"/>
                <a:cs typeface="Aptos"/>
              </a:defRPr>
            </a:pPr>
            <a:r>
              <a:rPr sz="1125" b="1" i="0">
                <a:solidFill>
                  <a:srgbClr val="111827"/>
                </a:solidFill>
                <a:latin typeface="Aptos"/>
                <a:ea typeface="Aptos"/>
                <a:cs typeface="Aptos"/>
              </a:rPr>
              <a:t>FanVerdict</a:t>
            </a:r>
          </a:p>
        </p:txBody>
      </p:sp>
      <p:sp>
        <p:nvSpPr>
          <p:cNvPr id="8" name="">
            <a:extLst xmlns:a="http://schemas.openxmlformats.org/drawingml/2006/main">
              <a:ext uri="{FF2B5EF4-FFF2-40B4-BE49-F238E27FC236}">
                <a16:creationId xmlns:a16="http://schemas.microsoft.com/office/drawing/2014/main" id="{9F737767-2AAA-48CF-919C-6CDC12718EC5}"/>
              </a:ext>
            </a:extLst>
          </p:cNvPr>
          <p:cNvSpPr>
            <a:spLocks xmlns:a="http://schemas.openxmlformats.org/drawingml/2006/main" noGrp="1"/>
          </p:cNvSpPr>
          <p:nvPr/>
        </p:nvSpPr>
        <p:spPr>
          <a:xfrm xmlns:a="http://schemas.openxmlformats.org/drawingml/2006/main">
            <a:off x="9467850" y="11620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825" b="1" i="0">
                <a:solidFill>
                  <a:srgbClr val="2563EB"/>
                </a:solidFill>
                <a:latin typeface="Aptos"/>
                <a:ea typeface="Aptos"/>
                <a:cs typeface="Aptos"/>
              </a:defRPr>
            </a:pPr>
            <a:r>
              <a:rPr sz="825" b="1" i="0">
                <a:solidFill>
                  <a:srgbClr val="2563EB"/>
                </a:solidFill>
                <a:latin typeface="Aptos"/>
                <a:ea typeface="Aptos"/>
                <a:cs typeface="Aptos"/>
              </a:rPr>
              <a:t>Account</a:t>
            </a:r>
          </a:p>
        </p:txBody>
      </p:sp>
      <p:sp>
        <p:nvSpPr>
          <p:cNvPr id="9" name="">
            <a:extLst xmlns:a="http://schemas.openxmlformats.org/drawingml/2006/main">
              <a:ext uri="{FF2B5EF4-FFF2-40B4-BE49-F238E27FC236}">
                <a16:creationId xmlns:a16="http://schemas.microsoft.com/office/drawing/2014/main" id="{9638330D-8031-462F-A040-EBC520EA0ECA}"/>
              </a:ext>
            </a:extLst>
          </p:cNvPr>
          <p:cNvSpPr>
            <a:spLocks xmlns:a="http://schemas.openxmlformats.org/drawingml/2006/main" noGrp="1"/>
          </p:cNvSpPr>
          <p:nvPr/>
        </p:nvSpPr>
        <p:spPr>
          <a:xfrm xmlns:a="http://schemas.openxmlformats.org/drawingml/2006/main">
            <a:off x="8096250" y="15049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Home</a:t>
            </a:r>
          </a:p>
        </p:txBody>
      </p:sp>
      <p:sp>
        <p:nvSpPr>
          <p:cNvPr id="10" name="">
            <a:extLst xmlns:a="http://schemas.openxmlformats.org/drawingml/2006/main">
              <a:ext uri="{FF2B5EF4-FFF2-40B4-BE49-F238E27FC236}">
                <a16:creationId xmlns:a16="http://schemas.microsoft.com/office/drawing/2014/main" id="{B1DE51CB-FD05-44AC-ACA3-2899F57A17FE}"/>
              </a:ext>
            </a:extLst>
          </p:cNvPr>
          <p:cNvSpPr>
            <a:spLocks xmlns:a="http://schemas.openxmlformats.org/drawingml/2006/main" noGrp="1"/>
          </p:cNvSpPr>
          <p:nvPr/>
        </p:nvSpPr>
        <p:spPr>
          <a:xfrm xmlns:a="http://schemas.openxmlformats.org/drawingml/2006/main">
            <a:off x="8096250" y="1905000"/>
            <a:ext cx="20002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E5EAF2"/>
            </a:solidFill>
          </a:ln>
        </p:spPr>
      </p:sp>
      <p:sp>
        <p:nvSpPr>
          <p:cNvPr id="11" name="">
            <a:extLst xmlns:a="http://schemas.openxmlformats.org/drawingml/2006/main">
              <a:ext uri="{FF2B5EF4-FFF2-40B4-BE49-F238E27FC236}">
                <a16:creationId xmlns:a16="http://schemas.microsoft.com/office/drawing/2014/main" id="{8F4C3C75-8F0E-4EBA-88BC-E17F7621241B}"/>
              </a:ext>
            </a:extLst>
          </p:cNvPr>
          <p:cNvSpPr>
            <a:spLocks xmlns:a="http://schemas.openxmlformats.org/drawingml/2006/main" noGrp="1"/>
          </p:cNvSpPr>
          <p:nvPr/>
        </p:nvSpPr>
        <p:spPr>
          <a:xfrm xmlns:a="http://schemas.openxmlformats.org/drawingml/2006/main">
            <a:off x="8248650" y="2038350"/>
            <a:ext cx="1047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i="0">
                <a:solidFill>
                  <a:srgbClr val="111827"/>
                </a:solidFill>
                <a:latin typeface="Aptos"/>
                <a:ea typeface="Aptos"/>
                <a:cs typeface="Aptos"/>
              </a:defRPr>
            </a:pPr>
            <a:r>
              <a:rPr sz="1200" b="1" i="0">
                <a:solidFill>
                  <a:srgbClr val="111827"/>
                </a:solidFill>
                <a:latin typeface="Aptos"/>
                <a:ea typeface="Aptos"/>
                <a:cs typeface="Aptos"/>
              </a:rPr>
              <a:t>IPL 2026</a:t>
            </a:r>
          </a:p>
        </p:txBody>
      </p:sp>
      <p:sp>
        <p:nvSpPr>
          <p:cNvPr id="12" name="">
            <a:extLst xmlns:a="http://schemas.openxmlformats.org/drawingml/2006/main">
              <a:ext uri="{FF2B5EF4-FFF2-40B4-BE49-F238E27FC236}">
                <a16:creationId xmlns:a16="http://schemas.microsoft.com/office/drawing/2014/main" id="{8A589F48-07D1-4C4D-9C88-EA3E0B8D904D}"/>
              </a:ext>
            </a:extLst>
          </p:cNvPr>
          <p:cNvSpPr>
            <a:spLocks xmlns:a="http://schemas.openxmlformats.org/drawingml/2006/main" noGrp="1"/>
          </p:cNvSpPr>
          <p:nvPr/>
        </p:nvSpPr>
        <p:spPr>
          <a:xfrm xmlns:a="http://schemas.openxmlformats.org/drawingml/2006/main">
            <a:off x="9391650" y="2057400"/>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825" b="1" i="0">
                <a:solidFill>
                  <a:srgbClr val="2563EB"/>
                </a:solidFill>
                <a:latin typeface="Aptos"/>
                <a:ea typeface="Aptos"/>
                <a:cs typeface="Aptos"/>
              </a:defRPr>
            </a:pPr>
            <a:r>
              <a:rPr sz="825" b="1" i="0">
                <a:solidFill>
                  <a:srgbClr val="2563EB"/>
                </a:solidFill>
                <a:latin typeface="Aptos"/>
                <a:ea typeface="Aptos"/>
                <a:cs typeface="Aptos"/>
              </a:rPr>
              <a:t>Change v</a:t>
            </a:r>
          </a:p>
        </p:txBody>
      </p:sp>
      <p:sp>
        <p:nvSpPr>
          <p:cNvPr id="13" name="">
            <a:extLst xmlns:a="http://schemas.openxmlformats.org/drawingml/2006/main">
              <a:ext uri="{FF2B5EF4-FFF2-40B4-BE49-F238E27FC236}">
                <a16:creationId xmlns:a16="http://schemas.microsoft.com/office/drawing/2014/main" id="{C81BE151-F450-462D-A9EE-0848AFFA18E6}"/>
              </a:ext>
            </a:extLst>
          </p:cNvPr>
          <p:cNvSpPr>
            <a:spLocks xmlns:a="http://schemas.openxmlformats.org/drawingml/2006/main" noGrp="1"/>
          </p:cNvSpPr>
          <p:nvPr/>
        </p:nvSpPr>
        <p:spPr>
          <a:xfrm xmlns:a="http://schemas.openxmlformats.org/drawingml/2006/main">
            <a:off x="8096250" y="2705100"/>
            <a:ext cx="2000250" cy="25717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E5EAF2"/>
            </a:solidFill>
          </a:ln>
        </p:spPr>
      </p:sp>
      <p:sp>
        <p:nvSpPr>
          <p:cNvPr id="14" name="">
            <a:extLst xmlns:a="http://schemas.openxmlformats.org/drawingml/2006/main">
              <a:ext uri="{FF2B5EF4-FFF2-40B4-BE49-F238E27FC236}">
                <a16:creationId xmlns:a16="http://schemas.microsoft.com/office/drawing/2014/main" id="{35859277-EC5B-4796-B388-D91A33C217A4}"/>
              </a:ext>
            </a:extLst>
          </p:cNvPr>
          <p:cNvSpPr>
            <a:spLocks xmlns:a="http://schemas.openxmlformats.org/drawingml/2006/main" noGrp="1"/>
          </p:cNvSpPr>
          <p:nvPr/>
        </p:nvSpPr>
        <p:spPr>
          <a:xfrm xmlns:a="http://schemas.openxmlformats.org/drawingml/2006/main">
            <a:off x="8248650" y="290512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i="0">
                <a:solidFill>
                  <a:srgbClr val="111827"/>
                </a:solidFill>
                <a:latin typeface="Aptos"/>
                <a:ea typeface="Aptos"/>
                <a:cs typeface="Aptos"/>
              </a:defRPr>
            </a:pPr>
            <a:r>
              <a:rPr sz="1200" b="1" i="0">
                <a:solidFill>
                  <a:srgbClr val="111827"/>
                </a:solidFill>
                <a:latin typeface="Aptos"/>
                <a:ea typeface="Aptos"/>
                <a:cs typeface="Aptos"/>
              </a:rPr>
              <a:t>Open Polls</a:t>
            </a:r>
          </a:p>
        </p:txBody>
      </p:sp>
      <p:sp>
        <p:nvSpPr>
          <p:cNvPr id="15" name="">
            <a:extLst xmlns:a="http://schemas.openxmlformats.org/drawingml/2006/main">
              <a:ext uri="{FF2B5EF4-FFF2-40B4-BE49-F238E27FC236}">
                <a16:creationId xmlns:a16="http://schemas.microsoft.com/office/drawing/2014/main" id="{66AC80C9-10C9-4711-9784-16A863264908}"/>
              </a:ext>
            </a:extLst>
          </p:cNvPr>
          <p:cNvSpPr>
            <a:spLocks xmlns:a="http://schemas.openxmlformats.org/drawingml/2006/main" noGrp="1"/>
          </p:cNvSpPr>
          <p:nvPr/>
        </p:nvSpPr>
        <p:spPr>
          <a:xfrm xmlns:a="http://schemas.openxmlformats.org/drawingml/2006/main">
            <a:off x="8248650" y="4705350"/>
            <a:ext cx="1695450" cy="438150"/>
          </a:xfrm>
          <a:prstGeom xmlns:a="http://schemas.openxmlformats.org/drawingml/2006/main" prst="roundRect">
            <a:avLst>
              <a:gd name="adj" fmla="val 17391"/>
            </a:avLst>
          </a:prstGeom>
          <a:solidFill xmlns:a="http://schemas.openxmlformats.org/drawingml/2006/main">
            <a:srgbClr val="2563EB"/>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Save vote</a:t>
            </a:r>
          </a:p>
        </p:txBody>
      </p:sp>
      <p:sp>
        <p:nvSpPr>
          <p:cNvPr id="16" name="">
            <a:extLst xmlns:a="http://schemas.openxmlformats.org/drawingml/2006/main">
              <a:ext uri="{FF2B5EF4-FFF2-40B4-BE49-F238E27FC236}">
                <a16:creationId xmlns:a16="http://schemas.microsoft.com/office/drawing/2014/main" id="{583A7D79-23BA-4A25-8B23-5B1E4CCD4AB4}"/>
              </a:ext>
            </a:extLst>
          </p:cNvPr>
          <p:cNvSpPr>
            <a:spLocks xmlns:a="http://schemas.openxmlformats.org/drawingml/2006/main" noGrp="1"/>
          </p:cNvSpPr>
          <p:nvPr/>
        </p:nvSpPr>
        <p:spPr>
          <a:xfrm xmlns:a="http://schemas.openxmlformats.org/drawingml/2006/main">
            <a:off x="7924800" y="5505450"/>
            <a:ext cx="23431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5EAF2"/>
            </a:solidFill>
          </a:ln>
        </p:spPr>
      </p:sp>
      <p:sp>
        <p:nvSpPr>
          <p:cNvPr id="17" name="">
            <a:extLst xmlns:a="http://schemas.openxmlformats.org/drawingml/2006/main">
              <a:ext uri="{FF2B5EF4-FFF2-40B4-BE49-F238E27FC236}">
                <a16:creationId xmlns:a16="http://schemas.microsoft.com/office/drawing/2014/main" id="{776C0FD8-3D47-482B-BB74-E76504A07759}"/>
              </a:ext>
            </a:extLst>
          </p:cNvPr>
          <p:cNvSpPr>
            <a:spLocks xmlns:a="http://schemas.openxmlformats.org/drawingml/2006/main" noGrp="1"/>
          </p:cNvSpPr>
          <p:nvPr/>
        </p:nvSpPr>
        <p:spPr>
          <a:xfrm xmlns:a="http://schemas.openxmlformats.org/drawingml/2006/main">
            <a:off x="8077200" y="5610225"/>
            <a:ext cx="400050" cy="285750"/>
          </a:xfrm>
          <a:prstGeom xmlns:a="http://schemas.openxmlformats.org/drawingml/2006/main" prst="roundRect">
            <a:avLst>
              <a:gd name="adj" fmla="val 26667"/>
            </a:avLst>
          </a:prstGeom>
          <a:solidFill xmlns:a="http://schemas.openxmlformats.org/drawingml/2006/main">
            <a:srgbClr val="DBEAF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791FDF5-DE22-4A55-97E7-716FEFB28B23}"/>
              </a:ext>
            </a:extLst>
          </p:cNvPr>
          <p:cNvSpPr>
            <a:spLocks xmlns:a="http://schemas.openxmlformats.org/drawingml/2006/main" noGrp="1"/>
          </p:cNvSpPr>
          <p:nvPr/>
        </p:nvSpPr>
        <p:spPr>
          <a:xfrm xmlns:a="http://schemas.openxmlformats.org/drawingml/2006/main">
            <a:off x="8020050" y="569595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1" i="0">
                <a:solidFill>
                  <a:srgbClr val="2563EB"/>
                </a:solidFill>
                <a:latin typeface="Aptos"/>
                <a:ea typeface="Aptos"/>
                <a:cs typeface="Aptos"/>
              </a:defRPr>
            </a:pPr>
            <a:r>
              <a:rPr sz="638" b="1" i="0">
                <a:solidFill>
                  <a:srgbClr val="2563EB"/>
                </a:solidFill>
                <a:latin typeface="Aptos"/>
                <a:ea typeface="Aptos"/>
                <a:cs typeface="Aptos"/>
              </a:rPr>
              <a:t>Home</a:t>
            </a:r>
          </a:p>
        </p:txBody>
      </p:sp>
      <p:sp>
        <p:nvSpPr>
          <p:cNvPr id="19" name="">
            <a:extLst xmlns:a="http://schemas.openxmlformats.org/drawingml/2006/main">
              <a:ext uri="{FF2B5EF4-FFF2-40B4-BE49-F238E27FC236}">
                <a16:creationId xmlns:a16="http://schemas.microsoft.com/office/drawing/2014/main" id="{8AB32764-CFC5-4D1D-AC4A-8091DC389874}"/>
              </a:ext>
            </a:extLst>
          </p:cNvPr>
          <p:cNvSpPr>
            <a:spLocks xmlns:a="http://schemas.openxmlformats.org/drawingml/2006/main" noGrp="1"/>
          </p:cNvSpPr>
          <p:nvPr/>
        </p:nvSpPr>
        <p:spPr>
          <a:xfrm xmlns:a="http://schemas.openxmlformats.org/drawingml/2006/main">
            <a:off x="8558213" y="569595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Claim</a:t>
            </a:r>
          </a:p>
        </p:txBody>
      </p:sp>
      <p:sp>
        <p:nvSpPr>
          <p:cNvPr id="20" name="">
            <a:extLst xmlns:a="http://schemas.openxmlformats.org/drawingml/2006/main">
              <a:ext uri="{FF2B5EF4-FFF2-40B4-BE49-F238E27FC236}">
                <a16:creationId xmlns:a16="http://schemas.microsoft.com/office/drawing/2014/main" id="{05F58849-910C-4502-AA47-9EE2FA23A190}"/>
              </a:ext>
            </a:extLst>
          </p:cNvPr>
          <p:cNvSpPr>
            <a:spLocks xmlns:a="http://schemas.openxmlformats.org/drawingml/2006/main" noGrp="1"/>
          </p:cNvSpPr>
          <p:nvPr/>
        </p:nvSpPr>
        <p:spPr>
          <a:xfrm xmlns:a="http://schemas.openxmlformats.org/drawingml/2006/main">
            <a:off x="9096375" y="569595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Admin</a:t>
            </a:r>
          </a:p>
        </p:txBody>
      </p:sp>
      <p:sp>
        <p:nvSpPr>
          <p:cNvPr id="21" name="">
            <a:extLst xmlns:a="http://schemas.openxmlformats.org/drawingml/2006/main">
              <a:ext uri="{FF2B5EF4-FFF2-40B4-BE49-F238E27FC236}">
                <a16:creationId xmlns:a16="http://schemas.microsoft.com/office/drawing/2014/main" id="{D5D4F333-AB17-47CE-8AEF-69AA0426A77B}"/>
              </a:ext>
            </a:extLst>
          </p:cNvPr>
          <p:cNvSpPr>
            <a:spLocks xmlns:a="http://schemas.openxmlformats.org/drawingml/2006/main" noGrp="1"/>
          </p:cNvSpPr>
          <p:nvPr/>
        </p:nvSpPr>
        <p:spPr>
          <a:xfrm xmlns:a="http://schemas.openxmlformats.org/drawingml/2006/main">
            <a:off x="9634538" y="569595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Account</a:t>
            </a:r>
          </a:p>
        </p:txBody>
      </p:sp>
      <p:sp>
        <p:nvSpPr>
          <p:cNvPr id="22" name="">
            <a:extLst xmlns:a="http://schemas.openxmlformats.org/drawingml/2006/main">
              <a:ext uri="{FF2B5EF4-FFF2-40B4-BE49-F238E27FC236}">
                <a16:creationId xmlns:a16="http://schemas.microsoft.com/office/drawing/2014/main" id="{B5AC0CE3-C1E2-4650-A42C-2445A1825A6E}"/>
              </a:ext>
            </a:extLst>
          </p:cNvPr>
          <p:cNvSpPr>
            <a:spLocks xmlns:a="http://schemas.openxmlformats.org/drawingml/2006/main" noGrp="1"/>
          </p:cNvSpPr>
          <p:nvPr/>
        </p:nvSpPr>
        <p:spPr>
          <a:xfrm xmlns:a="http://schemas.openxmlformats.org/drawingml/2006/main">
            <a:off x="704850" y="2686050"/>
            <a:ext cx="5810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E5EAF2"/>
            </a:solidFill>
          </a:ln>
        </p:spPr>
      </p:sp>
      <p:sp>
        <p:nvSpPr>
          <p:cNvPr id="23" name="">
            <a:extLst xmlns:a="http://schemas.openxmlformats.org/drawingml/2006/main">
              <a:ext uri="{FF2B5EF4-FFF2-40B4-BE49-F238E27FC236}">
                <a16:creationId xmlns:a16="http://schemas.microsoft.com/office/drawing/2014/main" id="{F51D5333-A378-4E8F-9AA5-4A44DD4EFD31}"/>
              </a:ext>
            </a:extLst>
          </p:cNvPr>
          <p:cNvSpPr>
            <a:spLocks xmlns:a="http://schemas.openxmlformats.org/drawingml/2006/main" noGrp="1"/>
          </p:cNvSpPr>
          <p:nvPr/>
        </p:nvSpPr>
        <p:spPr>
          <a:xfrm xmlns:a="http://schemas.openxmlformats.org/drawingml/2006/main">
            <a:off x="895350" y="2819400"/>
            <a:ext cx="285750" cy="285750"/>
          </a:xfrm>
          <a:prstGeom xmlns:a="http://schemas.openxmlformats.org/drawingml/2006/main" prst="ellipse">
            <a:avLst/>
          </a:prstGeom>
          <a:solidFill xmlns:a="http://schemas.openxmlformats.org/drawingml/2006/main">
            <a:srgbClr val="2563E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4B5815F-C8B6-45CD-AF50-DA6DB8AAC555}"/>
              </a:ext>
            </a:extLst>
          </p:cNvPr>
          <p:cNvSpPr>
            <a:spLocks xmlns:a="http://schemas.openxmlformats.org/drawingml/2006/main" noGrp="1"/>
          </p:cNvSpPr>
          <p:nvPr/>
        </p:nvSpPr>
        <p:spPr>
          <a:xfrm xmlns:a="http://schemas.openxmlformats.org/drawingml/2006/main">
            <a:off x="1371600" y="278130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i="0">
                <a:solidFill>
                  <a:srgbClr val="111827"/>
                </a:solidFill>
                <a:latin typeface="Aptos"/>
                <a:ea typeface="Aptos"/>
                <a:cs typeface="Aptos"/>
              </a:defRPr>
            </a:pPr>
            <a:r>
              <a:rPr sz="1275" b="1" i="0">
                <a:solidFill>
                  <a:srgbClr val="111827"/>
                </a:solidFill>
                <a:latin typeface="Aptos"/>
                <a:ea typeface="Aptos"/>
                <a:cs typeface="Aptos"/>
              </a:rPr>
              <a:t>48px controls</a:t>
            </a:r>
          </a:p>
        </p:txBody>
      </p:sp>
      <p:sp>
        <p:nvSpPr>
          <p:cNvPr id="25" name="">
            <a:extLst xmlns:a="http://schemas.openxmlformats.org/drawingml/2006/main">
              <a:ext uri="{FF2B5EF4-FFF2-40B4-BE49-F238E27FC236}">
                <a16:creationId xmlns:a16="http://schemas.microsoft.com/office/drawing/2014/main" id="{063A7221-6576-4A03-956D-ECD6AE323DFE}"/>
              </a:ext>
            </a:extLst>
          </p:cNvPr>
          <p:cNvSpPr>
            <a:spLocks xmlns:a="http://schemas.openxmlformats.org/drawingml/2006/main" noGrp="1"/>
          </p:cNvSpPr>
          <p:nvPr/>
        </p:nvSpPr>
        <p:spPr>
          <a:xfrm xmlns:a="http://schemas.openxmlformats.org/drawingml/2006/main">
            <a:off x="1371600" y="300990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i="0">
                <a:solidFill>
                  <a:srgbClr val="64748B"/>
                </a:solidFill>
                <a:latin typeface="Aptos"/>
                <a:ea typeface="Aptos"/>
                <a:cs typeface="Aptos"/>
              </a:defRPr>
            </a:pPr>
            <a:r>
              <a:rPr sz="938" b="0" i="0">
                <a:solidFill>
                  <a:srgbClr val="64748B"/>
                </a:solidFill>
                <a:latin typeface="Aptos"/>
                <a:ea typeface="Aptos"/>
                <a:cs typeface="Aptos"/>
              </a:rPr>
              <a:t>Large tap targets avoid missed taps during match rush.</a:t>
            </a:r>
          </a:p>
        </p:txBody>
      </p:sp>
      <p:sp>
        <p:nvSpPr>
          <p:cNvPr id="26" name="">
            <a:extLst xmlns:a="http://schemas.openxmlformats.org/drawingml/2006/main">
              <a:ext uri="{FF2B5EF4-FFF2-40B4-BE49-F238E27FC236}">
                <a16:creationId xmlns:a16="http://schemas.microsoft.com/office/drawing/2014/main" id="{CF4C2133-99C9-455B-AFB3-56EB45B950EA}"/>
              </a:ext>
            </a:extLst>
          </p:cNvPr>
          <p:cNvSpPr>
            <a:spLocks xmlns:a="http://schemas.openxmlformats.org/drawingml/2006/main" noGrp="1"/>
          </p:cNvSpPr>
          <p:nvPr/>
        </p:nvSpPr>
        <p:spPr>
          <a:xfrm xmlns:a="http://schemas.openxmlformats.org/drawingml/2006/main">
            <a:off x="704850" y="3429000"/>
            <a:ext cx="5810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E5EAF2"/>
            </a:solidFill>
          </a:ln>
        </p:spPr>
      </p:sp>
      <p:sp>
        <p:nvSpPr>
          <p:cNvPr id="27" name="">
            <a:extLst xmlns:a="http://schemas.openxmlformats.org/drawingml/2006/main">
              <a:ext uri="{FF2B5EF4-FFF2-40B4-BE49-F238E27FC236}">
                <a16:creationId xmlns:a16="http://schemas.microsoft.com/office/drawing/2014/main" id="{50A40552-E3DA-4B29-A561-5E92D5F59468}"/>
              </a:ext>
            </a:extLst>
          </p:cNvPr>
          <p:cNvSpPr>
            <a:spLocks xmlns:a="http://schemas.openxmlformats.org/drawingml/2006/main" noGrp="1"/>
          </p:cNvSpPr>
          <p:nvPr/>
        </p:nvSpPr>
        <p:spPr>
          <a:xfrm xmlns:a="http://schemas.openxmlformats.org/drawingml/2006/main">
            <a:off x="895350" y="3562350"/>
            <a:ext cx="285750" cy="285750"/>
          </a:xfrm>
          <a:prstGeom xmlns:a="http://schemas.openxmlformats.org/drawingml/2006/main" prst="ellipse">
            <a:avLst/>
          </a:prstGeom>
          <a:solidFill xmlns:a="http://schemas.openxmlformats.org/drawingml/2006/main">
            <a:srgbClr val="16A34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1DF043A-1C9E-4D7B-99E9-922A75DA0305}"/>
              </a:ext>
            </a:extLst>
          </p:cNvPr>
          <p:cNvSpPr>
            <a:spLocks xmlns:a="http://schemas.openxmlformats.org/drawingml/2006/main" noGrp="1"/>
          </p:cNvSpPr>
          <p:nvPr/>
        </p:nvSpPr>
        <p:spPr>
          <a:xfrm xmlns:a="http://schemas.openxmlformats.org/drawingml/2006/main">
            <a:off x="1371600" y="352425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i="0">
                <a:solidFill>
                  <a:srgbClr val="111827"/>
                </a:solidFill>
                <a:latin typeface="Aptos"/>
                <a:ea typeface="Aptos"/>
                <a:cs typeface="Aptos"/>
              </a:defRPr>
            </a:pPr>
            <a:r>
              <a:rPr sz="1275" b="1" i="0">
                <a:solidFill>
                  <a:srgbClr val="111827"/>
                </a:solidFill>
                <a:latin typeface="Aptos"/>
                <a:ea typeface="Aptos"/>
                <a:cs typeface="Aptos"/>
              </a:rPr>
              <a:t>Bottom sheets</a:t>
            </a:r>
          </a:p>
        </p:txBody>
      </p:sp>
      <p:sp>
        <p:nvSpPr>
          <p:cNvPr id="29" name="">
            <a:extLst xmlns:a="http://schemas.openxmlformats.org/drawingml/2006/main">
              <a:ext uri="{FF2B5EF4-FFF2-40B4-BE49-F238E27FC236}">
                <a16:creationId xmlns:a16="http://schemas.microsoft.com/office/drawing/2014/main" id="{030EE769-E81A-4F24-B69D-EC87DA357062}"/>
              </a:ext>
            </a:extLst>
          </p:cNvPr>
          <p:cNvSpPr>
            <a:spLocks xmlns:a="http://schemas.openxmlformats.org/drawingml/2006/main" noGrp="1"/>
          </p:cNvSpPr>
          <p:nvPr/>
        </p:nvSpPr>
        <p:spPr>
          <a:xfrm xmlns:a="http://schemas.openxmlformats.org/drawingml/2006/main">
            <a:off x="1371600" y="37528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i="0">
                <a:solidFill>
                  <a:srgbClr val="64748B"/>
                </a:solidFill>
                <a:latin typeface="Aptos"/>
                <a:ea typeface="Aptos"/>
                <a:cs typeface="Aptos"/>
              </a:defRPr>
            </a:pPr>
            <a:r>
              <a:rPr sz="938" b="0" i="0">
                <a:solidFill>
                  <a:srgbClr val="64748B"/>
                </a:solidFill>
                <a:latin typeface="Aptos"/>
                <a:ea typeface="Aptos"/>
                <a:cs typeface="Aptos"/>
              </a:rPr>
              <a:t>Tournament, poll, winner, participant, and preference pickers.</a:t>
            </a:r>
          </a:p>
        </p:txBody>
      </p:sp>
      <p:sp>
        <p:nvSpPr>
          <p:cNvPr id="30" name="">
            <a:extLst xmlns:a="http://schemas.openxmlformats.org/drawingml/2006/main">
              <a:ext uri="{FF2B5EF4-FFF2-40B4-BE49-F238E27FC236}">
                <a16:creationId xmlns:a16="http://schemas.microsoft.com/office/drawing/2014/main" id="{883DBB2A-1585-4255-BAA3-16AD9AB707BA}"/>
              </a:ext>
            </a:extLst>
          </p:cNvPr>
          <p:cNvSpPr>
            <a:spLocks xmlns:a="http://schemas.openxmlformats.org/drawingml/2006/main" noGrp="1"/>
          </p:cNvSpPr>
          <p:nvPr/>
        </p:nvSpPr>
        <p:spPr>
          <a:xfrm xmlns:a="http://schemas.openxmlformats.org/drawingml/2006/main">
            <a:off x="704850" y="4171950"/>
            <a:ext cx="5810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E5EAF2"/>
            </a:solidFill>
          </a:ln>
        </p:spPr>
      </p:sp>
      <p:sp>
        <p:nvSpPr>
          <p:cNvPr id="31" name="">
            <a:extLst xmlns:a="http://schemas.openxmlformats.org/drawingml/2006/main">
              <a:ext uri="{FF2B5EF4-FFF2-40B4-BE49-F238E27FC236}">
                <a16:creationId xmlns:a16="http://schemas.microsoft.com/office/drawing/2014/main" id="{DC2C898A-E844-4B59-8A9F-ACFC17A48CD5}"/>
              </a:ext>
            </a:extLst>
          </p:cNvPr>
          <p:cNvSpPr>
            <a:spLocks xmlns:a="http://schemas.openxmlformats.org/drawingml/2006/main" noGrp="1"/>
          </p:cNvSpPr>
          <p:nvPr/>
        </p:nvSpPr>
        <p:spPr>
          <a:xfrm xmlns:a="http://schemas.openxmlformats.org/drawingml/2006/main">
            <a:off x="895350" y="4305300"/>
            <a:ext cx="285750" cy="285750"/>
          </a:xfrm>
          <a:prstGeom xmlns:a="http://schemas.openxmlformats.org/drawingml/2006/main" prst="ellipse">
            <a:avLst/>
          </a:prstGeom>
          <a:solidFill xmlns:a="http://schemas.openxmlformats.org/drawingml/2006/main">
            <a:srgbClr val="F97316"/>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4086434-F550-4BF4-9B76-B3ECD110CF67}"/>
              </a:ext>
            </a:extLst>
          </p:cNvPr>
          <p:cNvSpPr>
            <a:spLocks xmlns:a="http://schemas.openxmlformats.org/drawingml/2006/main" noGrp="1"/>
          </p:cNvSpPr>
          <p:nvPr/>
        </p:nvSpPr>
        <p:spPr>
          <a:xfrm xmlns:a="http://schemas.openxmlformats.org/drawingml/2006/main">
            <a:off x="1371600" y="426720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i="0">
                <a:solidFill>
                  <a:srgbClr val="111827"/>
                </a:solidFill>
                <a:latin typeface="Aptos"/>
                <a:ea typeface="Aptos"/>
                <a:cs typeface="Aptos"/>
              </a:defRPr>
            </a:pPr>
            <a:r>
              <a:rPr sz="1275" b="1" i="0">
                <a:solidFill>
                  <a:srgbClr val="111827"/>
                </a:solidFill>
                <a:latin typeface="Aptos"/>
                <a:ea typeface="Aptos"/>
                <a:cs typeface="Aptos"/>
              </a:rPr>
              <a:t>Sticky actions</a:t>
            </a:r>
          </a:p>
        </p:txBody>
      </p:sp>
      <p:sp>
        <p:nvSpPr>
          <p:cNvPr id="33" name="">
            <a:extLst xmlns:a="http://schemas.openxmlformats.org/drawingml/2006/main">
              <a:ext uri="{FF2B5EF4-FFF2-40B4-BE49-F238E27FC236}">
                <a16:creationId xmlns:a16="http://schemas.microsoft.com/office/drawing/2014/main" id="{8077274D-0127-4661-8FB9-DEE11CAE6D2D}"/>
              </a:ext>
            </a:extLst>
          </p:cNvPr>
          <p:cNvSpPr>
            <a:spLocks xmlns:a="http://schemas.openxmlformats.org/drawingml/2006/main" noGrp="1"/>
          </p:cNvSpPr>
          <p:nvPr/>
        </p:nvSpPr>
        <p:spPr>
          <a:xfrm xmlns:a="http://schemas.openxmlformats.org/drawingml/2006/main">
            <a:off x="1371600" y="449580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i="0">
                <a:solidFill>
                  <a:srgbClr val="64748B"/>
                </a:solidFill>
                <a:latin typeface="Aptos"/>
                <a:ea typeface="Aptos"/>
                <a:cs typeface="Aptos"/>
              </a:defRPr>
            </a:pPr>
            <a:r>
              <a:rPr sz="938" b="0" i="0">
                <a:solidFill>
                  <a:srgbClr val="64748B"/>
                </a:solidFill>
                <a:latin typeface="Aptos"/>
                <a:ea typeface="Aptos"/>
                <a:cs typeface="Aptos"/>
              </a:rPr>
              <a:t>Submit button stays available after long form scrolling.</a:t>
            </a:r>
          </a:p>
        </p:txBody>
      </p:sp>
      <p:sp>
        <p:nvSpPr>
          <p:cNvPr id="34" name="">
            <a:extLst xmlns:a="http://schemas.openxmlformats.org/drawingml/2006/main">
              <a:ext uri="{FF2B5EF4-FFF2-40B4-BE49-F238E27FC236}">
                <a16:creationId xmlns:a16="http://schemas.microsoft.com/office/drawing/2014/main" id="{38C432BF-2DE8-4CA0-BCDB-46A4AA5A266E}"/>
              </a:ext>
            </a:extLst>
          </p:cNvPr>
          <p:cNvSpPr>
            <a:spLocks xmlns:a="http://schemas.openxmlformats.org/drawingml/2006/main" noGrp="1"/>
          </p:cNvSpPr>
          <p:nvPr/>
        </p:nvSpPr>
        <p:spPr>
          <a:xfrm xmlns:a="http://schemas.openxmlformats.org/drawingml/2006/main">
            <a:off x="704850" y="4914900"/>
            <a:ext cx="5810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E5EAF2"/>
            </a:solidFill>
          </a:ln>
        </p:spPr>
      </p:sp>
      <p:sp>
        <p:nvSpPr>
          <p:cNvPr id="35" name="">
            <a:extLst xmlns:a="http://schemas.openxmlformats.org/drawingml/2006/main">
              <a:ext uri="{FF2B5EF4-FFF2-40B4-BE49-F238E27FC236}">
                <a16:creationId xmlns:a16="http://schemas.microsoft.com/office/drawing/2014/main" id="{B2DE156B-6B1F-4B5C-97F3-F06755D4C464}"/>
              </a:ext>
            </a:extLst>
          </p:cNvPr>
          <p:cNvSpPr>
            <a:spLocks xmlns:a="http://schemas.openxmlformats.org/drawingml/2006/main" noGrp="1"/>
          </p:cNvSpPr>
          <p:nvPr/>
        </p:nvSpPr>
        <p:spPr>
          <a:xfrm xmlns:a="http://schemas.openxmlformats.org/drawingml/2006/main">
            <a:off x="895350" y="5048250"/>
            <a:ext cx="285750" cy="285750"/>
          </a:xfrm>
          <a:prstGeom xmlns:a="http://schemas.openxmlformats.org/drawingml/2006/main" prst="ellipse">
            <a:avLst/>
          </a:prstGeom>
          <a:solidFill xmlns:a="http://schemas.openxmlformats.org/drawingml/2006/main">
            <a:srgbClr val="F59E0B"/>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CC6C106-D5AC-4058-B03F-CAFE588FB4C3}"/>
              </a:ext>
            </a:extLst>
          </p:cNvPr>
          <p:cNvSpPr>
            <a:spLocks xmlns:a="http://schemas.openxmlformats.org/drawingml/2006/main" noGrp="1"/>
          </p:cNvSpPr>
          <p:nvPr/>
        </p:nvSpPr>
        <p:spPr>
          <a:xfrm xmlns:a="http://schemas.openxmlformats.org/drawingml/2006/main">
            <a:off x="1371600" y="501015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i="0">
                <a:solidFill>
                  <a:srgbClr val="111827"/>
                </a:solidFill>
                <a:latin typeface="Aptos"/>
                <a:ea typeface="Aptos"/>
                <a:cs typeface="Aptos"/>
              </a:defRPr>
            </a:pPr>
            <a:r>
              <a:rPr sz="1275" b="1" i="0">
                <a:solidFill>
                  <a:srgbClr val="111827"/>
                </a:solidFill>
                <a:latin typeface="Aptos"/>
                <a:ea typeface="Aptos"/>
                <a:cs typeface="Aptos"/>
              </a:rPr>
              <a:t>Card lists</a:t>
            </a:r>
          </a:p>
        </p:txBody>
      </p:sp>
      <p:sp>
        <p:nvSpPr>
          <p:cNvPr id="37" name="">
            <a:extLst xmlns:a="http://schemas.openxmlformats.org/drawingml/2006/main">
              <a:ext uri="{FF2B5EF4-FFF2-40B4-BE49-F238E27FC236}">
                <a16:creationId xmlns:a16="http://schemas.microsoft.com/office/drawing/2014/main" id="{FC44D25D-3CA7-4EC2-BB78-79FF0B7A0B1E}"/>
              </a:ext>
            </a:extLst>
          </p:cNvPr>
          <p:cNvSpPr>
            <a:spLocks xmlns:a="http://schemas.openxmlformats.org/drawingml/2006/main" noGrp="1"/>
          </p:cNvSpPr>
          <p:nvPr/>
        </p:nvSpPr>
        <p:spPr>
          <a:xfrm xmlns:a="http://schemas.openxmlformats.org/drawingml/2006/main">
            <a:off x="1371600" y="52387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i="0">
                <a:solidFill>
                  <a:srgbClr val="64748B"/>
                </a:solidFill>
                <a:latin typeface="Aptos"/>
                <a:ea typeface="Aptos"/>
                <a:cs typeface="Aptos"/>
              </a:defRPr>
            </a:pPr>
            <a:r>
              <a:rPr sz="938" b="0" i="0">
                <a:solidFill>
                  <a:srgbClr val="64748B"/>
                </a:solidFill>
                <a:latin typeface="Aptos"/>
                <a:ea typeface="Aptos"/>
                <a:cs typeface="Aptos"/>
              </a:rPr>
              <a:t>Tables convert to cards with status badges and compact stats.</a:t>
            </a:r>
          </a:p>
        </p:txBody>
      </p:sp>
      <p:sp>
        <p:nvSpPr>
          <p:cNvPr id="38" name="">
            <a:extLst xmlns:a="http://schemas.openxmlformats.org/drawingml/2006/main">
              <a:ext uri="{FF2B5EF4-FFF2-40B4-BE49-F238E27FC236}">
                <a16:creationId xmlns:a16="http://schemas.microsoft.com/office/drawing/2014/main" id="{DAD077DA-4075-4490-B4B8-F9F55BDCE2F2}"/>
              </a:ext>
            </a:extLst>
          </p:cNvPr>
          <p:cNvSpPr>
            <a:spLocks xmlns:a="http://schemas.openxmlformats.org/drawingml/2006/main" noGrp="1"/>
          </p:cNvSpPr>
          <p:nvPr/>
        </p:nvSpPr>
        <p:spPr>
          <a:xfrm xmlns:a="http://schemas.openxmlformats.org/drawingml/2006/main">
            <a:off x="11125200" y="61912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200" b="1" i="0">
                <a:solidFill>
                  <a:srgbClr val="64748B"/>
                </a:solidFill>
                <a:latin typeface="Aptos"/>
                <a:ea typeface="Aptos"/>
                <a:cs typeface="Aptos"/>
              </a:defRPr>
            </a:pPr>
            <a:r>
              <a:rPr sz="1200" b="1" i="0">
                <a:solidFill>
                  <a:srgbClr val="64748B"/>
                </a:solidFill>
                <a:latin typeface="Aptos"/>
                <a:ea typeface="Aptos"/>
                <a:cs typeface="Aptos"/>
              </a:rPr>
              <a:t>02</a:t>
            </a:r>
          </a:p>
        </p:txBody>
      </p:sp>
    </p:spTree>
    <p:extLst>
      <p:ext uri="{BB962C8B-B14F-4D97-AF65-F5344CB8AC3E}">
        <p14:creationId xmlns:p14="http://schemas.microsoft.com/office/powerpoint/2010/main" val="1323775761"/>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852CC6-9FA9-4E8A-B228-2A4E7DA062E1}"/>
              </a:ext>
            </a:extLst>
          </p:cNvPr>
          <p:cNvSpPr>
            <a:spLocks xmlns:a="http://schemas.openxmlformats.org/drawingml/2006/main" noGrp="1"/>
          </p:cNvSpPr>
          <p:nvPr/>
        </p:nvSpPr>
        <p:spPr>
          <a:xfrm xmlns:a="http://schemas.openxmlformats.org/drawingml/2006/main">
            <a:off x="609600" y="4572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2563EB"/>
                </a:solidFill>
                <a:latin typeface="Aptos"/>
                <a:ea typeface="Aptos"/>
                <a:cs typeface="Aptos"/>
              </a:defRPr>
            </a:pPr>
            <a:r>
              <a:rPr sz="1050" b="1" i="0">
                <a:solidFill>
                  <a:srgbClr val="2563EB"/>
                </a:solidFill>
                <a:latin typeface="Aptos"/>
                <a:ea typeface="Aptos"/>
                <a:cs typeface="Aptos"/>
              </a:rPr>
              <a:t>AUTHENTICATION</a:t>
            </a:r>
          </a:p>
        </p:txBody>
      </p:sp>
      <p:sp>
        <p:nvSpPr>
          <p:cNvPr id="2" name="">
            <a:extLst xmlns:a="http://schemas.openxmlformats.org/drawingml/2006/main">
              <a:ext uri="{FF2B5EF4-FFF2-40B4-BE49-F238E27FC236}">
                <a16:creationId xmlns:a16="http://schemas.microsoft.com/office/drawing/2014/main" id="{1BC43C36-EE28-42E5-8DD3-32418B8C0914}"/>
              </a:ext>
            </a:extLst>
          </p:cNvPr>
          <p:cNvSpPr>
            <a:spLocks xmlns:a="http://schemas.openxmlformats.org/drawingml/2006/main" noGrp="1"/>
          </p:cNvSpPr>
          <p:nvPr/>
        </p:nvSpPr>
        <p:spPr>
          <a:xfrm xmlns:a="http://schemas.openxmlformats.org/drawingml/2006/main">
            <a:off x="609600" y="742950"/>
            <a:ext cx="704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150" b="1" i="0">
                <a:solidFill>
                  <a:srgbClr val="111827"/>
                </a:solidFill>
                <a:latin typeface="Aptos"/>
                <a:ea typeface="Aptos"/>
                <a:cs typeface="Aptos"/>
              </a:defRPr>
            </a:pPr>
            <a:r>
              <a:rPr sz="3150" b="1" i="0">
                <a:solidFill>
                  <a:srgbClr val="111827"/>
                </a:solidFill>
                <a:latin typeface="Aptos"/>
                <a:ea typeface="Aptos"/>
                <a:cs typeface="Aptos"/>
              </a:rPr>
              <a:t>Sign in and create account become one focused mobile flow</a:t>
            </a:r>
          </a:p>
        </p:txBody>
      </p:sp>
      <p:sp>
        <p:nvSpPr>
          <p:cNvPr id="3" name="">
            <a:extLst xmlns:a="http://schemas.openxmlformats.org/drawingml/2006/main">
              <a:ext uri="{FF2B5EF4-FFF2-40B4-BE49-F238E27FC236}">
                <a16:creationId xmlns:a16="http://schemas.microsoft.com/office/drawing/2014/main" id="{205155DA-9324-4FF2-AD07-96B651F76EB1}"/>
              </a:ext>
            </a:extLst>
          </p:cNvPr>
          <p:cNvSpPr>
            <a:spLocks xmlns:a="http://schemas.openxmlformats.org/drawingml/2006/main" noGrp="1"/>
          </p:cNvSpPr>
          <p:nvPr/>
        </p:nvSpPr>
        <p:spPr>
          <a:xfrm xmlns:a="http://schemas.openxmlformats.org/drawingml/2006/main">
            <a:off x="609600" y="1695450"/>
            <a:ext cx="590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i="0">
                <a:solidFill>
                  <a:srgbClr val="64748B"/>
                </a:solidFill>
                <a:latin typeface="Aptos"/>
                <a:ea typeface="Aptos"/>
                <a:cs typeface="Aptos"/>
              </a:defRPr>
            </a:pPr>
            <a:r>
              <a:rPr sz="1350" b="0" i="0">
                <a:solidFill>
                  <a:srgbClr val="64748B"/>
                </a:solidFill>
                <a:latin typeface="Aptos"/>
                <a:ea typeface="Aptos"/>
                <a:cs typeface="Aptos"/>
              </a:rPr>
              <a:t>The account creation state adds profile, WhatsApp, and alert preferences without changing the core structure.</a:t>
            </a:r>
          </a:p>
        </p:txBody>
      </p:sp>
      <p:sp>
        <p:nvSpPr>
          <p:cNvPr id="4" name="">
            <a:extLst xmlns:a="http://schemas.openxmlformats.org/drawingml/2006/main">
              <a:ext uri="{FF2B5EF4-FFF2-40B4-BE49-F238E27FC236}">
                <a16:creationId xmlns:a16="http://schemas.microsoft.com/office/drawing/2014/main" id="{9745B8FC-3C26-4A67-8057-66F80D8644D0}"/>
              </a:ext>
            </a:extLst>
          </p:cNvPr>
          <p:cNvSpPr>
            <a:spLocks xmlns:a="http://schemas.openxmlformats.org/drawingml/2006/main" noGrp="1"/>
          </p:cNvSpPr>
          <p:nvPr/>
        </p:nvSpPr>
        <p:spPr>
          <a:xfrm xmlns:a="http://schemas.openxmlformats.org/drawingml/2006/main">
            <a:off x="1143000" y="2000250"/>
            <a:ext cx="2428875" cy="4524375"/>
          </a:xfrm>
          <a:prstGeom xmlns:a="http://schemas.openxmlformats.org/drawingml/2006/main" prst="roundRect">
            <a:avLst>
              <a:gd name="adj" fmla="val 3137"/>
            </a:avLst>
          </a:prstGeom>
          <a:solidFill xmlns:a="http://schemas.openxmlformats.org/drawingml/2006/main">
            <a:srgbClr val="10182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4494452-A9F6-4E0D-88B7-CC3FA1220889}"/>
              </a:ext>
            </a:extLst>
          </p:cNvPr>
          <p:cNvSpPr>
            <a:spLocks xmlns:a="http://schemas.openxmlformats.org/drawingml/2006/main" noGrp="1"/>
          </p:cNvSpPr>
          <p:nvPr/>
        </p:nvSpPr>
        <p:spPr>
          <a:xfrm xmlns:a="http://schemas.openxmlformats.org/drawingml/2006/main">
            <a:off x="1257300" y="2114550"/>
            <a:ext cx="2200275" cy="4295775"/>
          </a:xfrm>
          <a:prstGeom xmlns:a="http://schemas.openxmlformats.org/drawingml/2006/main" prst="roundRect">
            <a:avLst>
              <a:gd name="adj" fmla="val 3463"/>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D23A148-5743-4777-9822-5DFEF083A31A}"/>
              </a:ext>
            </a:extLst>
          </p:cNvPr>
          <p:cNvSpPr>
            <a:spLocks xmlns:a="http://schemas.openxmlformats.org/drawingml/2006/main" noGrp="1"/>
          </p:cNvSpPr>
          <p:nvPr/>
        </p:nvSpPr>
        <p:spPr>
          <a:xfrm xmlns:a="http://schemas.openxmlformats.org/drawingml/2006/main">
            <a:off x="2033588" y="2190750"/>
            <a:ext cx="647700" cy="66675"/>
          </a:xfrm>
          <a:prstGeom xmlns:a="http://schemas.openxmlformats.org/drawingml/2006/main" prst="roundRect">
            <a:avLst>
              <a:gd name="adj" fmla="val 50000"/>
            </a:avLst>
          </a:prstGeom>
          <a:solidFill xmlns:a="http://schemas.openxmlformats.org/drawingml/2006/main">
            <a:srgbClr val="11182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A4739D7-5CFA-44FE-A6E5-881C42AD4BDB}"/>
              </a:ext>
            </a:extLst>
          </p:cNvPr>
          <p:cNvSpPr>
            <a:spLocks xmlns:a="http://schemas.openxmlformats.org/drawingml/2006/main" noGrp="1"/>
          </p:cNvSpPr>
          <p:nvPr/>
        </p:nvSpPr>
        <p:spPr>
          <a:xfrm xmlns:a="http://schemas.openxmlformats.org/drawingml/2006/main">
            <a:off x="1428750" y="23241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i="0">
                <a:solidFill>
                  <a:srgbClr val="111827"/>
                </a:solidFill>
                <a:latin typeface="Aptos"/>
                <a:ea typeface="Aptos"/>
                <a:cs typeface="Aptos"/>
              </a:defRPr>
            </a:pPr>
            <a:r>
              <a:rPr sz="1125" b="1" i="0">
                <a:solidFill>
                  <a:srgbClr val="111827"/>
                </a:solidFill>
                <a:latin typeface="Aptos"/>
                <a:ea typeface="Aptos"/>
                <a:cs typeface="Aptos"/>
              </a:rPr>
              <a:t>FanVerdict</a:t>
            </a:r>
          </a:p>
        </p:txBody>
      </p:sp>
      <p:sp>
        <p:nvSpPr>
          <p:cNvPr id="8" name="">
            <a:extLst xmlns:a="http://schemas.openxmlformats.org/drawingml/2006/main">
              <a:ext uri="{FF2B5EF4-FFF2-40B4-BE49-F238E27FC236}">
                <a16:creationId xmlns:a16="http://schemas.microsoft.com/office/drawing/2014/main" id="{9741F779-4A2C-416A-90F9-69FB40304326}"/>
              </a:ext>
            </a:extLst>
          </p:cNvPr>
          <p:cNvSpPr>
            <a:spLocks xmlns:a="http://schemas.openxmlformats.org/drawingml/2006/main" noGrp="1"/>
          </p:cNvSpPr>
          <p:nvPr/>
        </p:nvSpPr>
        <p:spPr>
          <a:xfrm xmlns:a="http://schemas.openxmlformats.org/drawingml/2006/main">
            <a:off x="1428750" y="2667000"/>
            <a:ext cx="1857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Sign in</a:t>
            </a:r>
          </a:p>
        </p:txBody>
      </p:sp>
      <p:sp>
        <p:nvSpPr>
          <p:cNvPr id="9" name="">
            <a:extLst xmlns:a="http://schemas.openxmlformats.org/drawingml/2006/main">
              <a:ext uri="{FF2B5EF4-FFF2-40B4-BE49-F238E27FC236}">
                <a16:creationId xmlns:a16="http://schemas.microsoft.com/office/drawing/2014/main" id="{74B8B203-5E45-44B0-8DB6-B75B17CD3D70}"/>
              </a:ext>
            </a:extLst>
          </p:cNvPr>
          <p:cNvSpPr>
            <a:spLocks xmlns:a="http://schemas.openxmlformats.org/drawingml/2006/main" noGrp="1"/>
          </p:cNvSpPr>
          <p:nvPr/>
        </p:nvSpPr>
        <p:spPr>
          <a:xfrm xmlns:a="http://schemas.openxmlformats.org/drawingml/2006/main">
            <a:off x="1428750" y="3028950"/>
            <a:ext cx="1857375" cy="400050"/>
          </a:xfrm>
          <a:prstGeom xmlns:a="http://schemas.openxmlformats.org/drawingml/2006/main" prst="roundRect">
            <a:avLst>
              <a:gd name="adj" fmla="val 19048"/>
            </a:avLst>
          </a:prstGeom>
          <a:solidFill xmlns:a="http://schemas.openxmlformats.org/drawingml/2006/main">
            <a:srgbClr val="F1F5F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C063323-FC90-4704-8CF7-9FDFAD7A6D6B}"/>
              </a:ext>
            </a:extLst>
          </p:cNvPr>
          <p:cNvSpPr>
            <a:spLocks xmlns:a="http://schemas.openxmlformats.org/drawingml/2006/main" noGrp="1"/>
          </p:cNvSpPr>
          <p:nvPr/>
        </p:nvSpPr>
        <p:spPr>
          <a:xfrm xmlns:a="http://schemas.openxmlformats.org/drawingml/2006/main">
            <a:off x="1466850" y="3067050"/>
            <a:ext cx="8382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A749F62-A791-40E9-AF1F-F7FA8B397F59}"/>
              </a:ext>
            </a:extLst>
          </p:cNvPr>
          <p:cNvSpPr>
            <a:spLocks xmlns:a="http://schemas.openxmlformats.org/drawingml/2006/main" noGrp="1"/>
          </p:cNvSpPr>
          <p:nvPr/>
        </p:nvSpPr>
        <p:spPr>
          <a:xfrm xmlns:a="http://schemas.openxmlformats.org/drawingml/2006/main">
            <a:off x="1638300" y="3152775"/>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825" b="1" i="0">
                <a:solidFill>
                  <a:srgbClr val="111827"/>
                </a:solidFill>
                <a:latin typeface="Aptos"/>
                <a:ea typeface="Aptos"/>
                <a:cs typeface="Aptos"/>
              </a:defRPr>
            </a:pPr>
            <a:r>
              <a:rPr sz="825" b="1" i="0">
                <a:solidFill>
                  <a:srgbClr val="111827"/>
                </a:solidFill>
                <a:latin typeface="Aptos"/>
                <a:ea typeface="Aptos"/>
                <a:cs typeface="Aptos"/>
              </a:rPr>
              <a:t>Sign in</a:t>
            </a:r>
          </a:p>
        </p:txBody>
      </p:sp>
      <p:sp>
        <p:nvSpPr>
          <p:cNvPr id="12" name="">
            <a:extLst xmlns:a="http://schemas.openxmlformats.org/drawingml/2006/main">
              <a:ext uri="{FF2B5EF4-FFF2-40B4-BE49-F238E27FC236}">
                <a16:creationId xmlns:a16="http://schemas.microsoft.com/office/drawing/2014/main" id="{580AB8F3-9A40-45E4-B1FC-11F3663200AF}"/>
              </a:ext>
            </a:extLst>
          </p:cNvPr>
          <p:cNvSpPr>
            <a:spLocks xmlns:a="http://schemas.openxmlformats.org/drawingml/2006/main" noGrp="1"/>
          </p:cNvSpPr>
          <p:nvPr/>
        </p:nvSpPr>
        <p:spPr>
          <a:xfrm xmlns:a="http://schemas.openxmlformats.org/drawingml/2006/main">
            <a:off x="2571750" y="3152775"/>
            <a:ext cx="552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825" b="1" i="0">
                <a:solidFill>
                  <a:srgbClr val="64748B"/>
                </a:solidFill>
                <a:latin typeface="Aptos"/>
                <a:ea typeface="Aptos"/>
                <a:cs typeface="Aptos"/>
              </a:defRPr>
            </a:pPr>
            <a:r>
              <a:rPr sz="825" b="1" i="0">
                <a:solidFill>
                  <a:srgbClr val="64748B"/>
                </a:solidFill>
                <a:latin typeface="Aptos"/>
                <a:ea typeface="Aptos"/>
                <a:cs typeface="Aptos"/>
              </a:rPr>
              <a:t>Create</a:t>
            </a:r>
          </a:p>
        </p:txBody>
      </p:sp>
      <p:sp>
        <p:nvSpPr>
          <p:cNvPr id="13" name="">
            <a:extLst xmlns:a="http://schemas.openxmlformats.org/drawingml/2006/main">
              <a:ext uri="{FF2B5EF4-FFF2-40B4-BE49-F238E27FC236}">
                <a16:creationId xmlns:a16="http://schemas.microsoft.com/office/drawing/2014/main" id="{18C8BA75-57AD-4F03-B82B-A4B73991EB27}"/>
              </a:ext>
            </a:extLst>
          </p:cNvPr>
          <p:cNvSpPr>
            <a:spLocks xmlns:a="http://schemas.openxmlformats.org/drawingml/2006/main" noGrp="1"/>
          </p:cNvSpPr>
          <p:nvPr/>
        </p:nvSpPr>
        <p:spPr>
          <a:xfrm xmlns:a="http://schemas.openxmlformats.org/drawingml/2006/main">
            <a:off x="1447800" y="3695700"/>
            <a:ext cx="18192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Email</a:t>
            </a:r>
          </a:p>
        </p:txBody>
      </p:sp>
      <p:sp>
        <p:nvSpPr>
          <p:cNvPr id="14" name="">
            <a:extLst xmlns:a="http://schemas.openxmlformats.org/drawingml/2006/main">
              <a:ext uri="{FF2B5EF4-FFF2-40B4-BE49-F238E27FC236}">
                <a16:creationId xmlns:a16="http://schemas.microsoft.com/office/drawing/2014/main" id="{ABC2E9D5-C92C-44B0-9784-7A9C10BAB0F3}"/>
              </a:ext>
            </a:extLst>
          </p:cNvPr>
          <p:cNvSpPr>
            <a:spLocks xmlns:a="http://schemas.openxmlformats.org/drawingml/2006/main" noGrp="1"/>
          </p:cNvSpPr>
          <p:nvPr/>
        </p:nvSpPr>
        <p:spPr>
          <a:xfrm xmlns:a="http://schemas.openxmlformats.org/drawingml/2006/main">
            <a:off x="1447800" y="3905250"/>
            <a:ext cx="1819275"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15" name="">
            <a:extLst xmlns:a="http://schemas.openxmlformats.org/drawingml/2006/main">
              <a:ext uri="{FF2B5EF4-FFF2-40B4-BE49-F238E27FC236}">
                <a16:creationId xmlns:a16="http://schemas.microsoft.com/office/drawing/2014/main" id="{84F05F90-EFAA-421A-99D1-0C8D248B962A}"/>
              </a:ext>
            </a:extLst>
          </p:cNvPr>
          <p:cNvSpPr>
            <a:spLocks xmlns:a="http://schemas.openxmlformats.org/drawingml/2006/main" noGrp="1"/>
          </p:cNvSpPr>
          <p:nvPr/>
        </p:nvSpPr>
        <p:spPr>
          <a:xfrm xmlns:a="http://schemas.openxmlformats.org/drawingml/2006/main">
            <a:off x="1581150" y="4019550"/>
            <a:ext cx="1552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you@example.com</a:t>
            </a:r>
          </a:p>
        </p:txBody>
      </p:sp>
      <p:sp>
        <p:nvSpPr>
          <p:cNvPr id="16" name="">
            <a:extLst xmlns:a="http://schemas.openxmlformats.org/drawingml/2006/main">
              <a:ext uri="{FF2B5EF4-FFF2-40B4-BE49-F238E27FC236}">
                <a16:creationId xmlns:a16="http://schemas.microsoft.com/office/drawing/2014/main" id="{B7DB9F09-F38D-4C4E-AE0F-30D82A8B4B88}"/>
              </a:ext>
            </a:extLst>
          </p:cNvPr>
          <p:cNvSpPr>
            <a:spLocks xmlns:a="http://schemas.openxmlformats.org/drawingml/2006/main" noGrp="1"/>
          </p:cNvSpPr>
          <p:nvPr/>
        </p:nvSpPr>
        <p:spPr>
          <a:xfrm xmlns:a="http://schemas.openxmlformats.org/drawingml/2006/main">
            <a:off x="1447800" y="4438650"/>
            <a:ext cx="18192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Password</a:t>
            </a:r>
          </a:p>
        </p:txBody>
      </p:sp>
      <p:sp>
        <p:nvSpPr>
          <p:cNvPr id="17" name="">
            <a:extLst xmlns:a="http://schemas.openxmlformats.org/drawingml/2006/main">
              <a:ext uri="{FF2B5EF4-FFF2-40B4-BE49-F238E27FC236}">
                <a16:creationId xmlns:a16="http://schemas.microsoft.com/office/drawing/2014/main" id="{B72F8CF0-29CE-46BE-9AD9-5C42E1C1215E}"/>
              </a:ext>
            </a:extLst>
          </p:cNvPr>
          <p:cNvSpPr>
            <a:spLocks xmlns:a="http://schemas.openxmlformats.org/drawingml/2006/main" noGrp="1"/>
          </p:cNvSpPr>
          <p:nvPr/>
        </p:nvSpPr>
        <p:spPr>
          <a:xfrm xmlns:a="http://schemas.openxmlformats.org/drawingml/2006/main">
            <a:off x="1447800" y="4648200"/>
            <a:ext cx="1819275"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18" name="">
            <a:extLst xmlns:a="http://schemas.openxmlformats.org/drawingml/2006/main">
              <a:ext uri="{FF2B5EF4-FFF2-40B4-BE49-F238E27FC236}">
                <a16:creationId xmlns:a16="http://schemas.microsoft.com/office/drawing/2014/main" id="{17D23DE3-ADFA-4AEF-917B-C57AAA05C8F5}"/>
              </a:ext>
            </a:extLst>
          </p:cNvPr>
          <p:cNvSpPr>
            <a:spLocks xmlns:a="http://schemas.openxmlformats.org/drawingml/2006/main" noGrp="1"/>
          </p:cNvSpPr>
          <p:nvPr/>
        </p:nvSpPr>
        <p:spPr>
          <a:xfrm xmlns:a="http://schemas.openxmlformats.org/drawingml/2006/main">
            <a:off x="1581150" y="4762500"/>
            <a:ext cx="1552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At least 6 chars</a:t>
            </a:r>
          </a:p>
        </p:txBody>
      </p:sp>
      <p:sp>
        <p:nvSpPr>
          <p:cNvPr id="19" name="">
            <a:extLst xmlns:a="http://schemas.openxmlformats.org/drawingml/2006/main">
              <a:ext uri="{FF2B5EF4-FFF2-40B4-BE49-F238E27FC236}">
                <a16:creationId xmlns:a16="http://schemas.microsoft.com/office/drawing/2014/main" id="{F2A01EF2-A6D5-41B9-A97D-B03060AC382D}"/>
              </a:ext>
            </a:extLst>
          </p:cNvPr>
          <p:cNvSpPr>
            <a:spLocks xmlns:a="http://schemas.openxmlformats.org/drawingml/2006/main" noGrp="1"/>
          </p:cNvSpPr>
          <p:nvPr/>
        </p:nvSpPr>
        <p:spPr>
          <a:xfrm xmlns:a="http://schemas.openxmlformats.org/drawingml/2006/main">
            <a:off x="1447800" y="5353050"/>
            <a:ext cx="1819275" cy="438150"/>
          </a:xfrm>
          <a:prstGeom xmlns:a="http://schemas.openxmlformats.org/drawingml/2006/main" prst="roundRect">
            <a:avLst>
              <a:gd name="adj" fmla="val 17391"/>
            </a:avLst>
          </a:prstGeom>
          <a:solidFill xmlns:a="http://schemas.openxmlformats.org/drawingml/2006/main">
            <a:srgbClr val="2563EB"/>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Sign in</a:t>
            </a:r>
          </a:p>
        </p:txBody>
      </p:sp>
      <p:sp>
        <p:nvSpPr>
          <p:cNvPr id="20" name="">
            <a:extLst xmlns:a="http://schemas.openxmlformats.org/drawingml/2006/main">
              <a:ext uri="{FF2B5EF4-FFF2-40B4-BE49-F238E27FC236}">
                <a16:creationId xmlns:a16="http://schemas.microsoft.com/office/drawing/2014/main" id="{EF6199F8-5F32-4CAC-B98E-69C8695AD26A}"/>
              </a:ext>
            </a:extLst>
          </p:cNvPr>
          <p:cNvSpPr>
            <a:spLocks xmlns:a="http://schemas.openxmlformats.org/drawingml/2006/main" noGrp="1"/>
          </p:cNvSpPr>
          <p:nvPr/>
        </p:nvSpPr>
        <p:spPr>
          <a:xfrm xmlns:a="http://schemas.openxmlformats.org/drawingml/2006/main">
            <a:off x="4095750" y="1428750"/>
            <a:ext cx="2714625" cy="5238750"/>
          </a:xfrm>
          <a:prstGeom xmlns:a="http://schemas.openxmlformats.org/drawingml/2006/main" prst="roundRect">
            <a:avLst>
              <a:gd name="adj" fmla="val 2807"/>
            </a:avLst>
          </a:prstGeom>
          <a:solidFill xmlns:a="http://schemas.openxmlformats.org/drawingml/2006/main">
            <a:srgbClr val="10182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C8EBEE2-147D-48A8-9B34-AFAEA03C2893}"/>
              </a:ext>
            </a:extLst>
          </p:cNvPr>
          <p:cNvSpPr>
            <a:spLocks xmlns:a="http://schemas.openxmlformats.org/drawingml/2006/main" noGrp="1"/>
          </p:cNvSpPr>
          <p:nvPr/>
        </p:nvSpPr>
        <p:spPr>
          <a:xfrm xmlns:a="http://schemas.openxmlformats.org/drawingml/2006/main">
            <a:off x="4210050" y="1543050"/>
            <a:ext cx="2486025" cy="5010150"/>
          </a:xfrm>
          <a:prstGeom xmlns:a="http://schemas.openxmlformats.org/drawingml/2006/main" prst="roundRect">
            <a:avLst>
              <a:gd name="adj" fmla="val 3065"/>
            </a:avLst>
          </a:prstGeom>
          <a:solidFill xmlns:a="http://schemas.openxmlformats.org/drawingml/2006/main">
            <a:srgbClr val="F8FAF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60764A5-44C0-4F78-A665-89D460BAF19C}"/>
              </a:ext>
            </a:extLst>
          </p:cNvPr>
          <p:cNvSpPr>
            <a:spLocks xmlns:a="http://schemas.openxmlformats.org/drawingml/2006/main" noGrp="1"/>
          </p:cNvSpPr>
          <p:nvPr/>
        </p:nvSpPr>
        <p:spPr>
          <a:xfrm xmlns:a="http://schemas.openxmlformats.org/drawingml/2006/main">
            <a:off x="5129213" y="1619250"/>
            <a:ext cx="647700" cy="66675"/>
          </a:xfrm>
          <a:prstGeom xmlns:a="http://schemas.openxmlformats.org/drawingml/2006/main" prst="roundRect">
            <a:avLst>
              <a:gd name="adj" fmla="val 50000"/>
            </a:avLst>
          </a:prstGeom>
          <a:solidFill xmlns:a="http://schemas.openxmlformats.org/drawingml/2006/main">
            <a:srgbClr val="11182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D2E0C83-032B-470F-9768-BB857BA01216}"/>
              </a:ext>
            </a:extLst>
          </p:cNvPr>
          <p:cNvSpPr>
            <a:spLocks xmlns:a="http://schemas.openxmlformats.org/drawingml/2006/main" noGrp="1"/>
          </p:cNvSpPr>
          <p:nvPr/>
        </p:nvSpPr>
        <p:spPr>
          <a:xfrm xmlns:a="http://schemas.openxmlformats.org/drawingml/2006/main">
            <a:off x="4381500" y="17526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i="0">
                <a:solidFill>
                  <a:srgbClr val="111827"/>
                </a:solidFill>
                <a:latin typeface="Aptos"/>
                <a:ea typeface="Aptos"/>
                <a:cs typeface="Aptos"/>
              </a:defRPr>
            </a:pPr>
            <a:r>
              <a:rPr sz="1125" b="1" i="0">
                <a:solidFill>
                  <a:srgbClr val="111827"/>
                </a:solidFill>
                <a:latin typeface="Aptos"/>
                <a:ea typeface="Aptos"/>
                <a:cs typeface="Aptos"/>
              </a:rPr>
              <a:t>FanVerdict</a:t>
            </a:r>
          </a:p>
        </p:txBody>
      </p:sp>
      <p:sp>
        <p:nvSpPr>
          <p:cNvPr id="24" name="">
            <a:extLst xmlns:a="http://schemas.openxmlformats.org/drawingml/2006/main">
              <a:ext uri="{FF2B5EF4-FFF2-40B4-BE49-F238E27FC236}">
                <a16:creationId xmlns:a16="http://schemas.microsoft.com/office/drawing/2014/main" id="{7253C313-79EF-4E0E-B199-798BA1B991CC}"/>
              </a:ext>
            </a:extLst>
          </p:cNvPr>
          <p:cNvSpPr>
            <a:spLocks xmlns:a="http://schemas.openxmlformats.org/drawingml/2006/main" noGrp="1"/>
          </p:cNvSpPr>
          <p:nvPr/>
        </p:nvSpPr>
        <p:spPr>
          <a:xfrm xmlns:a="http://schemas.openxmlformats.org/drawingml/2006/main">
            <a:off x="4381500" y="2095500"/>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Create account</a:t>
            </a:r>
          </a:p>
        </p:txBody>
      </p:sp>
      <p:sp>
        <p:nvSpPr>
          <p:cNvPr id="25" name="">
            <a:extLst xmlns:a="http://schemas.openxmlformats.org/drawingml/2006/main">
              <a:ext uri="{FF2B5EF4-FFF2-40B4-BE49-F238E27FC236}">
                <a16:creationId xmlns:a16="http://schemas.microsoft.com/office/drawing/2014/main" id="{CDE6157F-303B-4CF7-8880-0050E7D65BFF}"/>
              </a:ext>
            </a:extLst>
          </p:cNvPr>
          <p:cNvSpPr>
            <a:spLocks xmlns:a="http://schemas.openxmlformats.org/drawingml/2006/main" noGrp="1"/>
          </p:cNvSpPr>
          <p:nvPr/>
        </p:nvSpPr>
        <p:spPr>
          <a:xfrm xmlns:a="http://schemas.openxmlformats.org/drawingml/2006/main">
            <a:off x="4381500" y="2419350"/>
            <a:ext cx="2143125" cy="400050"/>
          </a:xfrm>
          <a:prstGeom xmlns:a="http://schemas.openxmlformats.org/drawingml/2006/main" prst="roundRect">
            <a:avLst>
              <a:gd name="adj" fmla="val 19048"/>
            </a:avLst>
          </a:prstGeom>
          <a:solidFill xmlns:a="http://schemas.openxmlformats.org/drawingml/2006/main">
            <a:srgbClr val="F1F5F9"/>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949D22A-3E3F-4145-BDA2-8298E8FAACCC}"/>
              </a:ext>
            </a:extLst>
          </p:cNvPr>
          <p:cNvSpPr>
            <a:spLocks xmlns:a="http://schemas.openxmlformats.org/drawingml/2006/main" noGrp="1"/>
          </p:cNvSpPr>
          <p:nvPr/>
        </p:nvSpPr>
        <p:spPr>
          <a:xfrm xmlns:a="http://schemas.openxmlformats.org/drawingml/2006/main">
            <a:off x="5334000" y="2457450"/>
            <a:ext cx="93345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6BBCB09-2B7B-4C8D-B365-548A2AD8F9F8}"/>
              </a:ext>
            </a:extLst>
          </p:cNvPr>
          <p:cNvSpPr>
            <a:spLocks xmlns:a="http://schemas.openxmlformats.org/drawingml/2006/main" noGrp="1"/>
          </p:cNvSpPr>
          <p:nvPr/>
        </p:nvSpPr>
        <p:spPr>
          <a:xfrm xmlns:a="http://schemas.openxmlformats.org/drawingml/2006/main">
            <a:off x="4591050" y="2543175"/>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88" b="1" i="0">
                <a:solidFill>
                  <a:srgbClr val="64748B"/>
                </a:solidFill>
                <a:latin typeface="Aptos"/>
                <a:ea typeface="Aptos"/>
                <a:cs typeface="Aptos"/>
              </a:defRPr>
            </a:pPr>
            <a:r>
              <a:rPr sz="788" b="1" i="0">
                <a:solidFill>
                  <a:srgbClr val="64748B"/>
                </a:solidFill>
                <a:latin typeface="Aptos"/>
                <a:ea typeface="Aptos"/>
                <a:cs typeface="Aptos"/>
              </a:rPr>
              <a:t>Sign in</a:t>
            </a:r>
          </a:p>
        </p:txBody>
      </p:sp>
      <p:sp>
        <p:nvSpPr>
          <p:cNvPr id="28" name="">
            <a:extLst xmlns:a="http://schemas.openxmlformats.org/drawingml/2006/main">
              <a:ext uri="{FF2B5EF4-FFF2-40B4-BE49-F238E27FC236}">
                <a16:creationId xmlns:a16="http://schemas.microsoft.com/office/drawing/2014/main" id="{CDF38F68-4349-45B5-99CB-6D0F8F167D30}"/>
              </a:ext>
            </a:extLst>
          </p:cNvPr>
          <p:cNvSpPr>
            <a:spLocks xmlns:a="http://schemas.openxmlformats.org/drawingml/2006/main" noGrp="1"/>
          </p:cNvSpPr>
          <p:nvPr/>
        </p:nvSpPr>
        <p:spPr>
          <a:xfrm xmlns:a="http://schemas.openxmlformats.org/drawingml/2006/main">
            <a:off x="5524500" y="2543175"/>
            <a:ext cx="552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88" b="1" i="0">
                <a:solidFill>
                  <a:srgbClr val="111827"/>
                </a:solidFill>
                <a:latin typeface="Aptos"/>
                <a:ea typeface="Aptos"/>
                <a:cs typeface="Aptos"/>
              </a:defRPr>
            </a:pPr>
            <a:r>
              <a:rPr sz="788" b="1" i="0">
                <a:solidFill>
                  <a:srgbClr val="111827"/>
                </a:solidFill>
                <a:latin typeface="Aptos"/>
                <a:ea typeface="Aptos"/>
                <a:cs typeface="Aptos"/>
              </a:rPr>
              <a:t>Create</a:t>
            </a:r>
          </a:p>
        </p:txBody>
      </p:sp>
      <p:sp>
        <p:nvSpPr>
          <p:cNvPr id="29" name="">
            <a:extLst xmlns:a="http://schemas.openxmlformats.org/drawingml/2006/main">
              <a:ext uri="{FF2B5EF4-FFF2-40B4-BE49-F238E27FC236}">
                <a16:creationId xmlns:a16="http://schemas.microsoft.com/office/drawing/2014/main" id="{F1315266-AFC6-447A-906E-32F2B5DDE73C}"/>
              </a:ext>
            </a:extLst>
          </p:cNvPr>
          <p:cNvSpPr>
            <a:spLocks xmlns:a="http://schemas.openxmlformats.org/drawingml/2006/main" noGrp="1"/>
          </p:cNvSpPr>
          <p:nvPr/>
        </p:nvSpPr>
        <p:spPr>
          <a:xfrm xmlns:a="http://schemas.openxmlformats.org/drawingml/2006/main">
            <a:off x="4400550" y="2971800"/>
            <a:ext cx="21050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Display name</a:t>
            </a:r>
          </a:p>
        </p:txBody>
      </p:sp>
      <p:sp>
        <p:nvSpPr>
          <p:cNvPr id="30" name="">
            <a:extLst xmlns:a="http://schemas.openxmlformats.org/drawingml/2006/main">
              <a:ext uri="{FF2B5EF4-FFF2-40B4-BE49-F238E27FC236}">
                <a16:creationId xmlns:a16="http://schemas.microsoft.com/office/drawing/2014/main" id="{81F5B570-DAB4-418A-AB4F-944F588E05FB}"/>
              </a:ext>
            </a:extLst>
          </p:cNvPr>
          <p:cNvSpPr>
            <a:spLocks xmlns:a="http://schemas.openxmlformats.org/drawingml/2006/main" noGrp="1"/>
          </p:cNvSpPr>
          <p:nvPr/>
        </p:nvSpPr>
        <p:spPr>
          <a:xfrm xmlns:a="http://schemas.openxmlformats.org/drawingml/2006/main">
            <a:off x="4400550" y="3181350"/>
            <a:ext cx="2105025"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31" name="">
            <a:extLst xmlns:a="http://schemas.openxmlformats.org/drawingml/2006/main">
              <a:ext uri="{FF2B5EF4-FFF2-40B4-BE49-F238E27FC236}">
                <a16:creationId xmlns:a16="http://schemas.microsoft.com/office/drawing/2014/main" id="{C5A4B976-C6A4-4DA7-B863-9E0D269C3477}"/>
              </a:ext>
            </a:extLst>
          </p:cNvPr>
          <p:cNvSpPr>
            <a:spLocks xmlns:a="http://schemas.openxmlformats.org/drawingml/2006/main" noGrp="1"/>
          </p:cNvSpPr>
          <p:nvPr/>
        </p:nvSpPr>
        <p:spPr>
          <a:xfrm xmlns:a="http://schemas.openxmlformats.org/drawingml/2006/main">
            <a:off x="4533900" y="3295650"/>
            <a:ext cx="18383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Dinesh</a:t>
            </a:r>
          </a:p>
        </p:txBody>
      </p:sp>
      <p:sp>
        <p:nvSpPr>
          <p:cNvPr id="32" name="">
            <a:extLst xmlns:a="http://schemas.openxmlformats.org/drawingml/2006/main">
              <a:ext uri="{FF2B5EF4-FFF2-40B4-BE49-F238E27FC236}">
                <a16:creationId xmlns:a16="http://schemas.microsoft.com/office/drawing/2014/main" id="{B97ABCFE-56D7-4AC9-AD77-D2217CA26723}"/>
              </a:ext>
            </a:extLst>
          </p:cNvPr>
          <p:cNvSpPr>
            <a:spLocks xmlns:a="http://schemas.openxmlformats.org/drawingml/2006/main" noGrp="1"/>
          </p:cNvSpPr>
          <p:nvPr/>
        </p:nvSpPr>
        <p:spPr>
          <a:xfrm xmlns:a="http://schemas.openxmlformats.org/drawingml/2006/main">
            <a:off x="4400550" y="3657600"/>
            <a:ext cx="21050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Email</a:t>
            </a:r>
          </a:p>
        </p:txBody>
      </p:sp>
      <p:sp>
        <p:nvSpPr>
          <p:cNvPr id="33" name="">
            <a:extLst xmlns:a="http://schemas.openxmlformats.org/drawingml/2006/main">
              <a:ext uri="{FF2B5EF4-FFF2-40B4-BE49-F238E27FC236}">
                <a16:creationId xmlns:a16="http://schemas.microsoft.com/office/drawing/2014/main" id="{4B06071C-C36A-49D9-B410-87DAD9E91548}"/>
              </a:ext>
            </a:extLst>
          </p:cNvPr>
          <p:cNvSpPr>
            <a:spLocks xmlns:a="http://schemas.openxmlformats.org/drawingml/2006/main" noGrp="1"/>
          </p:cNvSpPr>
          <p:nvPr/>
        </p:nvSpPr>
        <p:spPr>
          <a:xfrm xmlns:a="http://schemas.openxmlformats.org/drawingml/2006/main">
            <a:off x="4400550" y="3867150"/>
            <a:ext cx="2105025"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34" name="">
            <a:extLst xmlns:a="http://schemas.openxmlformats.org/drawingml/2006/main">
              <a:ext uri="{FF2B5EF4-FFF2-40B4-BE49-F238E27FC236}">
                <a16:creationId xmlns:a16="http://schemas.microsoft.com/office/drawing/2014/main" id="{A8B2E3E3-E654-450E-8B06-208ECF41C4B5}"/>
              </a:ext>
            </a:extLst>
          </p:cNvPr>
          <p:cNvSpPr>
            <a:spLocks xmlns:a="http://schemas.openxmlformats.org/drawingml/2006/main" noGrp="1"/>
          </p:cNvSpPr>
          <p:nvPr/>
        </p:nvSpPr>
        <p:spPr>
          <a:xfrm xmlns:a="http://schemas.openxmlformats.org/drawingml/2006/main">
            <a:off x="4533900" y="3981450"/>
            <a:ext cx="18383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you@example.com</a:t>
            </a:r>
          </a:p>
        </p:txBody>
      </p:sp>
      <p:sp>
        <p:nvSpPr>
          <p:cNvPr id="35" name="">
            <a:extLst xmlns:a="http://schemas.openxmlformats.org/drawingml/2006/main">
              <a:ext uri="{FF2B5EF4-FFF2-40B4-BE49-F238E27FC236}">
                <a16:creationId xmlns:a16="http://schemas.microsoft.com/office/drawing/2014/main" id="{4D9AAA61-79C8-4BA9-B30C-93A179B7DB32}"/>
              </a:ext>
            </a:extLst>
          </p:cNvPr>
          <p:cNvSpPr>
            <a:spLocks xmlns:a="http://schemas.openxmlformats.org/drawingml/2006/main" noGrp="1"/>
          </p:cNvSpPr>
          <p:nvPr/>
        </p:nvSpPr>
        <p:spPr>
          <a:xfrm xmlns:a="http://schemas.openxmlformats.org/drawingml/2006/main">
            <a:off x="4400550" y="4343400"/>
            <a:ext cx="21050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Password</a:t>
            </a:r>
          </a:p>
        </p:txBody>
      </p:sp>
      <p:sp>
        <p:nvSpPr>
          <p:cNvPr id="36" name="">
            <a:extLst xmlns:a="http://schemas.openxmlformats.org/drawingml/2006/main">
              <a:ext uri="{FF2B5EF4-FFF2-40B4-BE49-F238E27FC236}">
                <a16:creationId xmlns:a16="http://schemas.microsoft.com/office/drawing/2014/main" id="{23DF9D31-E742-4C52-AD65-BFDA251F7B0A}"/>
              </a:ext>
            </a:extLst>
          </p:cNvPr>
          <p:cNvSpPr>
            <a:spLocks xmlns:a="http://schemas.openxmlformats.org/drawingml/2006/main" noGrp="1"/>
          </p:cNvSpPr>
          <p:nvPr/>
        </p:nvSpPr>
        <p:spPr>
          <a:xfrm xmlns:a="http://schemas.openxmlformats.org/drawingml/2006/main">
            <a:off x="4400550" y="4552950"/>
            <a:ext cx="2105025"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37" name="">
            <a:extLst xmlns:a="http://schemas.openxmlformats.org/drawingml/2006/main">
              <a:ext uri="{FF2B5EF4-FFF2-40B4-BE49-F238E27FC236}">
                <a16:creationId xmlns:a16="http://schemas.microsoft.com/office/drawing/2014/main" id="{562DE34C-CBD3-4CB2-9879-B3B69B1255DD}"/>
              </a:ext>
            </a:extLst>
          </p:cNvPr>
          <p:cNvSpPr>
            <a:spLocks xmlns:a="http://schemas.openxmlformats.org/drawingml/2006/main" noGrp="1"/>
          </p:cNvSpPr>
          <p:nvPr/>
        </p:nvSpPr>
        <p:spPr>
          <a:xfrm xmlns:a="http://schemas.openxmlformats.org/drawingml/2006/main">
            <a:off x="4533900" y="4667250"/>
            <a:ext cx="18383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At least 6 chars</a:t>
            </a:r>
          </a:p>
        </p:txBody>
      </p:sp>
      <p:sp>
        <p:nvSpPr>
          <p:cNvPr id="38" name="">
            <a:extLst xmlns:a="http://schemas.openxmlformats.org/drawingml/2006/main">
              <a:ext uri="{FF2B5EF4-FFF2-40B4-BE49-F238E27FC236}">
                <a16:creationId xmlns:a16="http://schemas.microsoft.com/office/drawing/2014/main" id="{FD0BABB9-2DE2-41EC-934D-C6D4039045BC}"/>
              </a:ext>
            </a:extLst>
          </p:cNvPr>
          <p:cNvSpPr>
            <a:spLocks xmlns:a="http://schemas.openxmlformats.org/drawingml/2006/main" noGrp="1"/>
          </p:cNvSpPr>
          <p:nvPr/>
        </p:nvSpPr>
        <p:spPr>
          <a:xfrm xmlns:a="http://schemas.openxmlformats.org/drawingml/2006/main">
            <a:off x="4400550" y="5029200"/>
            <a:ext cx="21050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Phone / WhatsApp</a:t>
            </a:r>
          </a:p>
        </p:txBody>
      </p:sp>
      <p:sp>
        <p:nvSpPr>
          <p:cNvPr id="39" name="">
            <a:extLst xmlns:a="http://schemas.openxmlformats.org/drawingml/2006/main">
              <a:ext uri="{FF2B5EF4-FFF2-40B4-BE49-F238E27FC236}">
                <a16:creationId xmlns:a16="http://schemas.microsoft.com/office/drawing/2014/main" id="{DD876224-8606-4072-B230-757C992470C7}"/>
              </a:ext>
            </a:extLst>
          </p:cNvPr>
          <p:cNvSpPr>
            <a:spLocks xmlns:a="http://schemas.openxmlformats.org/drawingml/2006/main" noGrp="1"/>
          </p:cNvSpPr>
          <p:nvPr/>
        </p:nvSpPr>
        <p:spPr>
          <a:xfrm xmlns:a="http://schemas.openxmlformats.org/drawingml/2006/main">
            <a:off x="4400550" y="5238750"/>
            <a:ext cx="2105025"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40" name="">
            <a:extLst xmlns:a="http://schemas.openxmlformats.org/drawingml/2006/main">
              <a:ext uri="{FF2B5EF4-FFF2-40B4-BE49-F238E27FC236}">
                <a16:creationId xmlns:a16="http://schemas.microsoft.com/office/drawing/2014/main" id="{9EB7280E-CFC5-495C-B435-ECD2C15CE429}"/>
              </a:ext>
            </a:extLst>
          </p:cNvPr>
          <p:cNvSpPr>
            <a:spLocks xmlns:a="http://schemas.openxmlformats.org/drawingml/2006/main" noGrp="1"/>
          </p:cNvSpPr>
          <p:nvPr/>
        </p:nvSpPr>
        <p:spPr>
          <a:xfrm xmlns:a="http://schemas.openxmlformats.org/drawingml/2006/main">
            <a:off x="4533900" y="5353050"/>
            <a:ext cx="18383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+1 555 0100</a:t>
            </a:r>
          </a:p>
        </p:txBody>
      </p:sp>
      <p:sp>
        <p:nvSpPr>
          <p:cNvPr id="41" name="">
            <a:extLst xmlns:a="http://schemas.openxmlformats.org/drawingml/2006/main">
              <a:ext uri="{FF2B5EF4-FFF2-40B4-BE49-F238E27FC236}">
                <a16:creationId xmlns:a16="http://schemas.microsoft.com/office/drawing/2014/main" id="{DB6D471A-37B8-416B-A570-B695C67DDAB9}"/>
              </a:ext>
            </a:extLst>
          </p:cNvPr>
          <p:cNvSpPr>
            <a:spLocks xmlns:a="http://schemas.openxmlformats.org/drawingml/2006/main" noGrp="1"/>
          </p:cNvSpPr>
          <p:nvPr/>
        </p:nvSpPr>
        <p:spPr>
          <a:xfrm xmlns:a="http://schemas.openxmlformats.org/drawingml/2006/main">
            <a:off x="4400550" y="5715000"/>
            <a:ext cx="21050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Reminder preference</a:t>
            </a:r>
          </a:p>
        </p:txBody>
      </p:sp>
      <p:sp>
        <p:nvSpPr>
          <p:cNvPr id="42" name="">
            <a:extLst xmlns:a="http://schemas.openxmlformats.org/drawingml/2006/main">
              <a:ext uri="{FF2B5EF4-FFF2-40B4-BE49-F238E27FC236}">
                <a16:creationId xmlns:a16="http://schemas.microsoft.com/office/drawing/2014/main" id="{3575D51F-9FE8-4907-B4C2-83C635AB6999}"/>
              </a:ext>
            </a:extLst>
          </p:cNvPr>
          <p:cNvSpPr>
            <a:spLocks xmlns:a="http://schemas.openxmlformats.org/drawingml/2006/main" noGrp="1"/>
          </p:cNvSpPr>
          <p:nvPr/>
        </p:nvSpPr>
        <p:spPr>
          <a:xfrm xmlns:a="http://schemas.openxmlformats.org/drawingml/2006/main">
            <a:off x="4400550" y="5924550"/>
            <a:ext cx="2105025"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43" name="">
            <a:extLst xmlns:a="http://schemas.openxmlformats.org/drawingml/2006/main">
              <a:ext uri="{FF2B5EF4-FFF2-40B4-BE49-F238E27FC236}">
                <a16:creationId xmlns:a16="http://schemas.microsoft.com/office/drawing/2014/main" id="{0871D236-9007-499F-BE46-BBEA240CDB69}"/>
              </a:ext>
            </a:extLst>
          </p:cNvPr>
          <p:cNvSpPr>
            <a:spLocks xmlns:a="http://schemas.openxmlformats.org/drawingml/2006/main" noGrp="1"/>
          </p:cNvSpPr>
          <p:nvPr/>
        </p:nvSpPr>
        <p:spPr>
          <a:xfrm xmlns:a="http://schemas.openxmlformats.org/drawingml/2006/main">
            <a:off x="4533900" y="6038850"/>
            <a:ext cx="18383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Email and phone  v</a:t>
            </a:r>
          </a:p>
        </p:txBody>
      </p:sp>
      <p:sp>
        <p:nvSpPr>
          <p:cNvPr id="44" name="">
            <a:extLst xmlns:a="http://schemas.openxmlformats.org/drawingml/2006/main">
              <a:ext uri="{FF2B5EF4-FFF2-40B4-BE49-F238E27FC236}">
                <a16:creationId xmlns:a16="http://schemas.microsoft.com/office/drawing/2014/main" id="{5FBA3A8E-7A6E-4DD3-ACF8-C0E6B81F2C28}"/>
              </a:ext>
            </a:extLst>
          </p:cNvPr>
          <p:cNvSpPr>
            <a:spLocks xmlns:a="http://schemas.openxmlformats.org/drawingml/2006/main" noGrp="1"/>
          </p:cNvSpPr>
          <p:nvPr/>
        </p:nvSpPr>
        <p:spPr>
          <a:xfrm xmlns:a="http://schemas.openxmlformats.org/drawingml/2006/main">
            <a:off x="4400550" y="6419850"/>
            <a:ext cx="2105025" cy="438150"/>
          </a:xfrm>
          <a:prstGeom xmlns:a="http://schemas.openxmlformats.org/drawingml/2006/main" prst="roundRect">
            <a:avLst>
              <a:gd name="adj" fmla="val 17391"/>
            </a:avLst>
          </a:prstGeom>
          <a:solidFill xmlns:a="http://schemas.openxmlformats.org/drawingml/2006/main">
            <a:srgbClr val="2563EB"/>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Create account</a:t>
            </a:r>
          </a:p>
        </p:txBody>
      </p:sp>
      <p:sp>
        <p:nvSpPr>
          <p:cNvPr id="45" name="">
            <a:extLst xmlns:a="http://schemas.openxmlformats.org/drawingml/2006/main">
              <a:ext uri="{FF2B5EF4-FFF2-40B4-BE49-F238E27FC236}">
                <a16:creationId xmlns:a16="http://schemas.microsoft.com/office/drawing/2014/main" id="{2113D86D-2E5D-4B5E-B7BF-15431D3051F5}"/>
              </a:ext>
            </a:extLst>
          </p:cNvPr>
          <p:cNvSpPr>
            <a:spLocks xmlns:a="http://schemas.openxmlformats.org/drawingml/2006/main" noGrp="1"/>
          </p:cNvSpPr>
          <p:nvPr/>
        </p:nvSpPr>
        <p:spPr>
          <a:xfrm xmlns:a="http://schemas.openxmlformats.org/drawingml/2006/main">
            <a:off x="7667625" y="2286000"/>
            <a:ext cx="327660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E5EAF2"/>
            </a:solidFill>
          </a:ln>
        </p:spPr>
      </p:sp>
      <p:sp>
        <p:nvSpPr>
          <p:cNvPr id="46" name="">
            <a:extLst xmlns:a="http://schemas.openxmlformats.org/drawingml/2006/main">
              <a:ext uri="{FF2B5EF4-FFF2-40B4-BE49-F238E27FC236}">
                <a16:creationId xmlns:a16="http://schemas.microsoft.com/office/drawing/2014/main" id="{753DF8A0-2BDB-4741-AAF9-05A482E1D588}"/>
              </a:ext>
            </a:extLst>
          </p:cNvPr>
          <p:cNvSpPr>
            <a:spLocks xmlns:a="http://schemas.openxmlformats.org/drawingml/2006/main" noGrp="1"/>
          </p:cNvSpPr>
          <p:nvPr/>
        </p:nvSpPr>
        <p:spPr>
          <a:xfrm xmlns:a="http://schemas.openxmlformats.org/drawingml/2006/main">
            <a:off x="7962900" y="2571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i="0">
                <a:solidFill>
                  <a:srgbClr val="111827"/>
                </a:solidFill>
                <a:latin typeface="Aptos"/>
                <a:ea typeface="Aptos"/>
                <a:cs typeface="Aptos"/>
              </a:defRPr>
            </a:pPr>
            <a:r>
              <a:rPr sz="1800" b="1" i="0">
                <a:solidFill>
                  <a:srgbClr val="111827"/>
                </a:solidFill>
                <a:latin typeface="Aptos"/>
                <a:ea typeface="Aptos"/>
                <a:cs typeface="Aptos"/>
              </a:rPr>
              <a:t>Design notes</a:t>
            </a:r>
          </a:p>
        </p:txBody>
      </p:sp>
      <p:sp>
        <p:nvSpPr>
          <p:cNvPr id="47" name="">
            <a:extLst xmlns:a="http://schemas.openxmlformats.org/drawingml/2006/main">
              <a:ext uri="{FF2B5EF4-FFF2-40B4-BE49-F238E27FC236}">
                <a16:creationId xmlns:a16="http://schemas.microsoft.com/office/drawing/2014/main" id="{7D051E2A-2000-427C-B099-BAC3AD20C203}"/>
              </a:ext>
            </a:extLst>
          </p:cNvPr>
          <p:cNvSpPr>
            <a:spLocks xmlns:a="http://schemas.openxmlformats.org/drawingml/2006/main" noGrp="1"/>
          </p:cNvSpPr>
          <p:nvPr/>
        </p:nvSpPr>
        <p:spPr>
          <a:xfrm xmlns:a="http://schemas.openxmlformats.org/drawingml/2006/main">
            <a:off x="7981950" y="3048000"/>
            <a:ext cx="25527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i="0">
                <a:solidFill>
                  <a:srgbClr val="1E293B"/>
                </a:solidFill>
                <a:latin typeface="Aptos"/>
                <a:ea typeface="Aptos"/>
                <a:cs typeface="Aptos"/>
              </a:defRPr>
            </a:pPr>
            <a:r>
              <a:rPr sz="1350" b="0" i="0">
                <a:solidFill>
                  <a:srgbClr val="1E293B"/>
                </a:solidFill>
                <a:latin typeface="Aptos"/>
                <a:ea typeface="Aptos"/>
                <a:cs typeface="Aptos"/>
              </a:rPr>
              <a:t>1. Segmented auth mode keeps users oriented.</a:t>
            </a:r>
          </a:p>
          <a:p xmlns:a="http://schemas.openxmlformats.org/drawingml/2006/main">
            <a:pPr algn="l">
              <a:defRPr sz="1350" b="0" i="0">
                <a:solidFill>
                  <a:srgbClr val="1E293B"/>
                </a:solidFill>
                <a:latin typeface="Aptos"/>
                <a:ea typeface="Aptos"/>
                <a:cs typeface="Aptos"/>
              </a:defRPr>
            </a:pPr>
            <a:r>
              <a:rPr sz="1350" b="0" i="0">
                <a:solidFill>
                  <a:srgbClr val="1E293B"/>
                </a:solidFill>
                <a:latin typeface="Aptos"/>
                <a:ea typeface="Aptos"/>
                <a:cs typeface="Aptos"/>
              </a:rPr>
              <a:t>2. Inline validation sits under the field.</a:t>
            </a:r>
          </a:p>
          <a:p xmlns:a="http://schemas.openxmlformats.org/drawingml/2006/main">
            <a:pPr algn="l">
              <a:defRPr sz="1350" b="0" i="0">
                <a:solidFill>
                  <a:srgbClr val="1E293B"/>
                </a:solidFill>
                <a:latin typeface="Aptos"/>
                <a:ea typeface="Aptos"/>
                <a:cs typeface="Aptos"/>
              </a:defRPr>
            </a:pPr>
            <a:r>
              <a:rPr sz="1350" b="0" i="0">
                <a:solidFill>
                  <a:srgbClr val="1E293B"/>
                </a:solidFill>
                <a:latin typeface="Aptos"/>
                <a:ea typeface="Aptos"/>
                <a:cs typeface="Aptos"/>
              </a:rPr>
              <a:t>3. Reminder preference uses a picker sheet.</a:t>
            </a:r>
          </a:p>
          <a:p xmlns:a="http://schemas.openxmlformats.org/drawingml/2006/main">
            <a:pPr algn="l">
              <a:defRPr sz="1350" b="0" i="0">
                <a:solidFill>
                  <a:srgbClr val="1E293B"/>
                </a:solidFill>
                <a:latin typeface="Aptos"/>
                <a:ea typeface="Aptos"/>
                <a:cs typeface="Aptos"/>
              </a:defRPr>
            </a:pPr>
            <a:r>
              <a:rPr sz="1350" b="0" i="0">
                <a:solidFill>
                  <a:srgbClr val="1E293B"/>
                </a:solidFill>
                <a:latin typeface="Aptos"/>
                <a:ea typeface="Aptos"/>
                <a:cs typeface="Aptos"/>
              </a:rPr>
              <a:t>4. Primary action sticks to the bottom on small screens.</a:t>
            </a:r>
          </a:p>
        </p:txBody>
      </p:sp>
      <p:sp>
        <p:nvSpPr>
          <p:cNvPr id="48" name="">
            <a:extLst xmlns:a="http://schemas.openxmlformats.org/drawingml/2006/main">
              <a:ext uri="{FF2B5EF4-FFF2-40B4-BE49-F238E27FC236}">
                <a16:creationId xmlns:a16="http://schemas.microsoft.com/office/drawing/2014/main" id="{EF92A1E9-F26A-4F3E-B7A4-EE2A3AA4AB07}"/>
              </a:ext>
            </a:extLst>
          </p:cNvPr>
          <p:cNvSpPr>
            <a:spLocks xmlns:a="http://schemas.openxmlformats.org/drawingml/2006/main" noGrp="1"/>
          </p:cNvSpPr>
          <p:nvPr/>
        </p:nvSpPr>
        <p:spPr>
          <a:xfrm xmlns:a="http://schemas.openxmlformats.org/drawingml/2006/main">
            <a:off x="7981950" y="4686300"/>
            <a:ext cx="1333500" cy="285750"/>
          </a:xfrm>
          <a:prstGeom xmlns:a="http://schemas.openxmlformats.org/drawingml/2006/main" prst="roundRect">
            <a:avLst>
              <a:gd name="adj" fmla="val 26667"/>
            </a:avLst>
          </a:prstGeom>
          <a:solidFill xmlns:a="http://schemas.openxmlformats.org/drawingml/2006/main">
            <a:srgbClr val="DCFCE7"/>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166534"/>
                </a:solidFill>
                <a:latin typeface="Aptos"/>
                <a:ea typeface="Aptos"/>
                <a:cs typeface="Aptos"/>
              </a:defRPr>
            </a:pPr>
            <a:r>
              <a:rPr sz="975" b="1">
                <a:solidFill>
                  <a:srgbClr val="166534"/>
                </a:solidFill>
                <a:latin typeface="Aptos"/>
                <a:ea typeface="Aptos"/>
                <a:cs typeface="Aptos"/>
              </a:rPr>
              <a:t>Canva editable</a:t>
            </a:r>
          </a:p>
        </p:txBody>
      </p:sp>
      <p:sp>
        <p:nvSpPr>
          <p:cNvPr id="49" name="">
            <a:extLst xmlns:a="http://schemas.openxmlformats.org/drawingml/2006/main">
              <a:ext uri="{FF2B5EF4-FFF2-40B4-BE49-F238E27FC236}">
                <a16:creationId xmlns:a16="http://schemas.microsoft.com/office/drawing/2014/main" id="{7626F25F-06E6-4D68-A203-C3F0CDB54A29}"/>
              </a:ext>
            </a:extLst>
          </p:cNvPr>
          <p:cNvSpPr>
            <a:spLocks xmlns:a="http://schemas.openxmlformats.org/drawingml/2006/main" noGrp="1"/>
          </p:cNvSpPr>
          <p:nvPr/>
        </p:nvSpPr>
        <p:spPr>
          <a:xfrm xmlns:a="http://schemas.openxmlformats.org/drawingml/2006/main">
            <a:off x="11125200" y="61912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200" b="1" i="0">
                <a:solidFill>
                  <a:srgbClr val="64748B"/>
                </a:solidFill>
                <a:latin typeface="Aptos"/>
                <a:ea typeface="Aptos"/>
                <a:cs typeface="Aptos"/>
              </a:defRPr>
            </a:pPr>
            <a:r>
              <a:rPr sz="1200" b="1" i="0">
                <a:solidFill>
                  <a:srgbClr val="64748B"/>
                </a:solidFill>
                <a:latin typeface="Aptos"/>
                <a:ea typeface="Aptos"/>
                <a:cs typeface="Aptos"/>
              </a:rPr>
              <a:t>03</a:t>
            </a:r>
          </a:p>
        </p:txBody>
      </p:sp>
    </p:spTree>
    <p:extLst>
      <p:ext uri="{BB962C8B-B14F-4D97-AF65-F5344CB8AC3E}">
        <p14:creationId xmlns:p14="http://schemas.microsoft.com/office/powerpoint/2010/main" val="1387607133"/>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F379B4-8336-461B-8E52-C317A6023567}"/>
              </a:ext>
            </a:extLst>
          </p:cNvPr>
          <p:cNvSpPr>
            <a:spLocks xmlns:a="http://schemas.openxmlformats.org/drawingml/2006/main" noGrp="1"/>
          </p:cNvSpPr>
          <p:nvPr/>
        </p:nvSpPr>
        <p:spPr>
          <a:xfrm xmlns:a="http://schemas.openxmlformats.org/drawingml/2006/main">
            <a:off x="609600" y="4572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2563EB"/>
                </a:solidFill>
                <a:latin typeface="Aptos"/>
                <a:ea typeface="Aptos"/>
                <a:cs typeface="Aptos"/>
              </a:defRPr>
            </a:pPr>
            <a:r>
              <a:rPr sz="1050" b="1" i="0">
                <a:solidFill>
                  <a:srgbClr val="2563EB"/>
                </a:solidFill>
                <a:latin typeface="Aptos"/>
                <a:ea typeface="Aptos"/>
                <a:cs typeface="Aptos"/>
              </a:rPr>
              <a:t>HOME AND VOTING</a:t>
            </a:r>
          </a:p>
        </p:txBody>
      </p:sp>
      <p:sp>
        <p:nvSpPr>
          <p:cNvPr id="2" name="">
            <a:extLst xmlns:a="http://schemas.openxmlformats.org/drawingml/2006/main">
              <a:ext uri="{FF2B5EF4-FFF2-40B4-BE49-F238E27FC236}">
                <a16:creationId xmlns:a16="http://schemas.microsoft.com/office/drawing/2014/main" id="{B12B8F5D-6818-4B6E-960E-90EAF212954F}"/>
              </a:ext>
            </a:extLst>
          </p:cNvPr>
          <p:cNvSpPr>
            <a:spLocks xmlns:a="http://schemas.openxmlformats.org/drawingml/2006/main" noGrp="1"/>
          </p:cNvSpPr>
          <p:nvPr/>
        </p:nvSpPr>
        <p:spPr>
          <a:xfrm xmlns:a="http://schemas.openxmlformats.org/drawingml/2006/main">
            <a:off x="609600" y="742950"/>
            <a:ext cx="704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150" b="1" i="0">
                <a:solidFill>
                  <a:srgbClr val="111827"/>
                </a:solidFill>
                <a:latin typeface="Aptos"/>
                <a:ea typeface="Aptos"/>
                <a:cs typeface="Aptos"/>
              </a:defRPr>
            </a:pPr>
            <a:r>
              <a:rPr sz="3150" b="1" i="0">
                <a:solidFill>
                  <a:srgbClr val="111827"/>
                </a:solidFill>
                <a:latin typeface="Aptos"/>
                <a:ea typeface="Aptos"/>
                <a:cs typeface="Aptos"/>
              </a:rPr>
              <a:t>Game-day voting should feel faster than a spreadsheet</a:t>
            </a:r>
          </a:p>
        </p:txBody>
      </p:sp>
      <p:sp>
        <p:nvSpPr>
          <p:cNvPr id="3" name="">
            <a:extLst xmlns:a="http://schemas.openxmlformats.org/drawingml/2006/main">
              <a:ext uri="{FF2B5EF4-FFF2-40B4-BE49-F238E27FC236}">
                <a16:creationId xmlns:a16="http://schemas.microsoft.com/office/drawing/2014/main" id="{EDD08C36-1254-4E0A-A0DE-66AED6D23448}"/>
              </a:ext>
            </a:extLst>
          </p:cNvPr>
          <p:cNvSpPr>
            <a:spLocks xmlns:a="http://schemas.openxmlformats.org/drawingml/2006/main" noGrp="1"/>
          </p:cNvSpPr>
          <p:nvPr/>
        </p:nvSpPr>
        <p:spPr>
          <a:xfrm xmlns:a="http://schemas.openxmlformats.org/drawingml/2006/main">
            <a:off x="609600" y="1695450"/>
            <a:ext cx="590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i="0">
                <a:solidFill>
                  <a:srgbClr val="64748B"/>
                </a:solidFill>
                <a:latin typeface="Aptos"/>
                <a:ea typeface="Aptos"/>
                <a:cs typeface="Aptos"/>
              </a:defRPr>
            </a:pPr>
            <a:r>
              <a:rPr sz="1350" b="0" i="0">
                <a:solidFill>
                  <a:srgbClr val="64748B"/>
                </a:solidFill>
                <a:latin typeface="Aptos"/>
                <a:ea typeface="Aptos"/>
                <a:cs typeface="Aptos"/>
              </a:rPr>
              <a:t>The poll card is optimized for quick reading, large choices, lock status, and immediate vote feedback.</a:t>
            </a:r>
          </a:p>
        </p:txBody>
      </p:sp>
      <p:sp>
        <p:nvSpPr>
          <p:cNvPr id="4" name="">
            <a:extLst xmlns:a="http://schemas.openxmlformats.org/drawingml/2006/main">
              <a:ext uri="{FF2B5EF4-FFF2-40B4-BE49-F238E27FC236}">
                <a16:creationId xmlns:a16="http://schemas.microsoft.com/office/drawing/2014/main" id="{924C3858-2146-4BD9-940E-E0CF0F18C3CA}"/>
              </a:ext>
            </a:extLst>
          </p:cNvPr>
          <p:cNvSpPr>
            <a:spLocks xmlns:a="http://schemas.openxmlformats.org/drawingml/2006/main" noGrp="1"/>
          </p:cNvSpPr>
          <p:nvPr/>
        </p:nvSpPr>
        <p:spPr>
          <a:xfrm xmlns:a="http://schemas.openxmlformats.org/drawingml/2006/main">
            <a:off x="1000125" y="1809750"/>
            <a:ext cx="2857500" cy="4953000"/>
          </a:xfrm>
          <a:prstGeom xmlns:a="http://schemas.openxmlformats.org/drawingml/2006/main" prst="roundRect">
            <a:avLst>
              <a:gd name="adj" fmla="val 2667"/>
            </a:avLst>
          </a:prstGeom>
          <a:solidFill xmlns:a="http://schemas.openxmlformats.org/drawingml/2006/main">
            <a:srgbClr val="10182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C6848B0-F0AB-42A3-AAF0-9DCD430D4FA1}"/>
              </a:ext>
            </a:extLst>
          </p:cNvPr>
          <p:cNvSpPr>
            <a:spLocks xmlns:a="http://schemas.openxmlformats.org/drawingml/2006/main" noGrp="1"/>
          </p:cNvSpPr>
          <p:nvPr/>
        </p:nvSpPr>
        <p:spPr>
          <a:xfrm xmlns:a="http://schemas.openxmlformats.org/drawingml/2006/main">
            <a:off x="1114425" y="1924050"/>
            <a:ext cx="2628900" cy="4724400"/>
          </a:xfrm>
          <a:prstGeom xmlns:a="http://schemas.openxmlformats.org/drawingml/2006/main" prst="roundRect">
            <a:avLst>
              <a:gd name="adj" fmla="val 2899"/>
            </a:avLst>
          </a:prstGeom>
          <a:solidFill xmlns:a="http://schemas.openxmlformats.org/drawingml/2006/main">
            <a:srgbClr val="F8FAF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5AAA4C-638B-4E3F-A8AB-B3746685E578}"/>
              </a:ext>
            </a:extLst>
          </p:cNvPr>
          <p:cNvSpPr>
            <a:spLocks xmlns:a="http://schemas.openxmlformats.org/drawingml/2006/main" noGrp="1"/>
          </p:cNvSpPr>
          <p:nvPr/>
        </p:nvSpPr>
        <p:spPr>
          <a:xfrm xmlns:a="http://schemas.openxmlformats.org/drawingml/2006/main">
            <a:off x="2105025" y="2000250"/>
            <a:ext cx="647700" cy="66675"/>
          </a:xfrm>
          <a:prstGeom xmlns:a="http://schemas.openxmlformats.org/drawingml/2006/main" prst="roundRect">
            <a:avLst>
              <a:gd name="adj" fmla="val 50000"/>
            </a:avLst>
          </a:prstGeom>
          <a:solidFill xmlns:a="http://schemas.openxmlformats.org/drawingml/2006/main">
            <a:srgbClr val="11182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A5A0FC5-6498-4E7C-AFE5-7CFE4A3A9D9E}"/>
              </a:ext>
            </a:extLst>
          </p:cNvPr>
          <p:cNvSpPr>
            <a:spLocks xmlns:a="http://schemas.openxmlformats.org/drawingml/2006/main" noGrp="1"/>
          </p:cNvSpPr>
          <p:nvPr/>
        </p:nvSpPr>
        <p:spPr>
          <a:xfrm xmlns:a="http://schemas.openxmlformats.org/drawingml/2006/main">
            <a:off x="1285875" y="21336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i="0">
                <a:solidFill>
                  <a:srgbClr val="111827"/>
                </a:solidFill>
                <a:latin typeface="Aptos"/>
                <a:ea typeface="Aptos"/>
                <a:cs typeface="Aptos"/>
              </a:defRPr>
            </a:pPr>
            <a:r>
              <a:rPr sz="1125" b="1" i="0">
                <a:solidFill>
                  <a:srgbClr val="111827"/>
                </a:solidFill>
                <a:latin typeface="Aptos"/>
                <a:ea typeface="Aptos"/>
                <a:cs typeface="Aptos"/>
              </a:rPr>
              <a:t>FanVerdict</a:t>
            </a:r>
          </a:p>
        </p:txBody>
      </p:sp>
      <p:sp>
        <p:nvSpPr>
          <p:cNvPr id="8" name="">
            <a:extLst xmlns:a="http://schemas.openxmlformats.org/drawingml/2006/main">
              <a:ext uri="{FF2B5EF4-FFF2-40B4-BE49-F238E27FC236}">
                <a16:creationId xmlns:a16="http://schemas.microsoft.com/office/drawing/2014/main" id="{1CED9566-3D13-4636-8870-B60094D4191B}"/>
              </a:ext>
            </a:extLst>
          </p:cNvPr>
          <p:cNvSpPr>
            <a:spLocks xmlns:a="http://schemas.openxmlformats.org/drawingml/2006/main" noGrp="1"/>
          </p:cNvSpPr>
          <p:nvPr/>
        </p:nvSpPr>
        <p:spPr>
          <a:xfrm xmlns:a="http://schemas.openxmlformats.org/drawingml/2006/main">
            <a:off x="2943225" y="21336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825" b="1" i="0">
                <a:solidFill>
                  <a:srgbClr val="2563EB"/>
                </a:solidFill>
                <a:latin typeface="Aptos"/>
                <a:ea typeface="Aptos"/>
                <a:cs typeface="Aptos"/>
              </a:defRPr>
            </a:pPr>
            <a:r>
              <a:rPr sz="825" b="1" i="0">
                <a:solidFill>
                  <a:srgbClr val="2563EB"/>
                </a:solidFill>
                <a:latin typeface="Aptos"/>
                <a:ea typeface="Aptos"/>
                <a:cs typeface="Aptos"/>
              </a:rPr>
              <a:t>Account</a:t>
            </a:r>
          </a:p>
        </p:txBody>
      </p:sp>
      <p:sp>
        <p:nvSpPr>
          <p:cNvPr id="9" name="">
            <a:extLst xmlns:a="http://schemas.openxmlformats.org/drawingml/2006/main">
              <a:ext uri="{FF2B5EF4-FFF2-40B4-BE49-F238E27FC236}">
                <a16:creationId xmlns:a16="http://schemas.microsoft.com/office/drawing/2014/main" id="{B8A9E43D-1B8B-4069-8B70-D8E9C84BBE7E}"/>
              </a:ext>
            </a:extLst>
          </p:cNvPr>
          <p:cNvSpPr>
            <a:spLocks xmlns:a="http://schemas.openxmlformats.org/drawingml/2006/main" noGrp="1"/>
          </p:cNvSpPr>
          <p:nvPr/>
        </p:nvSpPr>
        <p:spPr>
          <a:xfrm xmlns:a="http://schemas.openxmlformats.org/drawingml/2006/main">
            <a:off x="1285875" y="24765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IPL 2026</a:t>
            </a:r>
          </a:p>
        </p:txBody>
      </p:sp>
      <p:sp>
        <p:nvSpPr>
          <p:cNvPr id="10" name="">
            <a:extLst xmlns:a="http://schemas.openxmlformats.org/drawingml/2006/main">
              <a:ext uri="{FF2B5EF4-FFF2-40B4-BE49-F238E27FC236}">
                <a16:creationId xmlns:a16="http://schemas.microsoft.com/office/drawing/2014/main" id="{E5E9C8A3-A426-44DD-84E0-5E51AFDC4F3E}"/>
              </a:ext>
            </a:extLst>
          </p:cNvPr>
          <p:cNvSpPr>
            <a:spLocks xmlns:a="http://schemas.openxmlformats.org/drawingml/2006/main" noGrp="1"/>
          </p:cNvSpPr>
          <p:nvPr/>
        </p:nvSpPr>
        <p:spPr>
          <a:xfrm xmlns:a="http://schemas.openxmlformats.org/drawingml/2006/main">
            <a:off x="1285875" y="2857500"/>
            <a:ext cx="2286000" cy="704850"/>
          </a:xfrm>
          <a:prstGeom xmlns:a="http://schemas.openxmlformats.org/drawingml/2006/main" prst="roundRect">
            <a:avLst>
              <a:gd name="adj" fmla="val 10811"/>
            </a:avLst>
          </a:prstGeom>
          <a:solidFill xmlns:a="http://schemas.openxmlformats.org/drawingml/2006/main">
            <a:srgbClr val="2563E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4BF117C-140F-400C-914E-CF3D6BF632F4}"/>
              </a:ext>
            </a:extLst>
          </p:cNvPr>
          <p:cNvSpPr>
            <a:spLocks xmlns:a="http://schemas.openxmlformats.org/drawingml/2006/main" noGrp="1"/>
          </p:cNvSpPr>
          <p:nvPr/>
        </p:nvSpPr>
        <p:spPr>
          <a:xfrm xmlns:a="http://schemas.openxmlformats.org/drawingml/2006/main">
            <a:off x="1438275" y="29908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i="0">
                <a:solidFill>
                  <a:srgbClr val="DBEAFE"/>
                </a:solidFill>
                <a:latin typeface="Aptos"/>
                <a:ea typeface="Aptos"/>
                <a:cs typeface="Aptos"/>
              </a:defRPr>
            </a:pPr>
            <a:r>
              <a:rPr sz="750" b="0" i="0">
                <a:solidFill>
                  <a:srgbClr val="DBEAFE"/>
                </a:solidFill>
                <a:latin typeface="Aptos"/>
                <a:ea typeface="Aptos"/>
                <a:cs typeface="Aptos"/>
              </a:rPr>
              <a:t>Current rank</a:t>
            </a:r>
          </a:p>
        </p:txBody>
      </p:sp>
      <p:sp>
        <p:nvSpPr>
          <p:cNvPr id="12" name="">
            <a:extLst xmlns:a="http://schemas.openxmlformats.org/drawingml/2006/main">
              <a:ext uri="{FF2B5EF4-FFF2-40B4-BE49-F238E27FC236}">
                <a16:creationId xmlns:a16="http://schemas.microsoft.com/office/drawing/2014/main" id="{69D5A983-6F24-4313-9B0F-BF93E64A1BA0}"/>
              </a:ext>
            </a:extLst>
          </p:cNvPr>
          <p:cNvSpPr>
            <a:spLocks xmlns:a="http://schemas.openxmlformats.org/drawingml/2006/main" noGrp="1"/>
          </p:cNvSpPr>
          <p:nvPr/>
        </p:nvSpPr>
        <p:spPr>
          <a:xfrm xmlns:a="http://schemas.openxmlformats.org/drawingml/2006/main">
            <a:off x="1438275" y="31813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650" b="1" i="0">
                <a:solidFill>
                  <a:srgbClr val="FFFFFF"/>
                </a:solidFill>
                <a:latin typeface="Aptos"/>
                <a:ea typeface="Aptos"/>
                <a:cs typeface="Aptos"/>
              </a:defRPr>
            </a:pPr>
            <a:r>
              <a:rPr sz="1650" b="1" i="0">
                <a:solidFill>
                  <a:srgbClr val="FFFFFF"/>
                </a:solidFill>
                <a:latin typeface="Aptos"/>
                <a:ea typeface="Aptos"/>
                <a:cs typeface="Aptos"/>
              </a:rPr>
              <a:t>#1  39 pts</a:t>
            </a:r>
          </a:p>
        </p:txBody>
      </p:sp>
      <p:sp>
        <p:nvSpPr>
          <p:cNvPr id="13" name="">
            <a:extLst xmlns:a="http://schemas.openxmlformats.org/drawingml/2006/main">
              <a:ext uri="{FF2B5EF4-FFF2-40B4-BE49-F238E27FC236}">
                <a16:creationId xmlns:a16="http://schemas.microsoft.com/office/drawing/2014/main" id="{D635ECD5-34AE-4586-966D-A951B12C7AF9}"/>
              </a:ext>
            </a:extLst>
          </p:cNvPr>
          <p:cNvSpPr>
            <a:spLocks xmlns:a="http://schemas.openxmlformats.org/drawingml/2006/main" noGrp="1"/>
          </p:cNvSpPr>
          <p:nvPr/>
        </p:nvSpPr>
        <p:spPr>
          <a:xfrm xmlns:a="http://schemas.openxmlformats.org/drawingml/2006/main">
            <a:off x="1438275" y="3409950"/>
            <a:ext cx="12382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i="0">
                <a:solidFill>
                  <a:srgbClr val="DBEAFE"/>
                </a:solidFill>
                <a:latin typeface="Aptos"/>
                <a:ea typeface="Aptos"/>
                <a:cs typeface="Aptos"/>
              </a:defRPr>
            </a:pPr>
            <a:r>
              <a:rPr sz="788" b="0" i="0">
                <a:solidFill>
                  <a:srgbClr val="DBEAFE"/>
                </a:solidFill>
                <a:latin typeface="Aptos"/>
                <a:ea typeface="Aptos"/>
                <a:cs typeface="Aptos"/>
              </a:rPr>
              <a:t>Open polls: 3</a:t>
            </a:r>
          </a:p>
        </p:txBody>
      </p:sp>
      <p:sp>
        <p:nvSpPr>
          <p:cNvPr id="14" name="">
            <a:extLst xmlns:a="http://schemas.openxmlformats.org/drawingml/2006/main">
              <a:ext uri="{FF2B5EF4-FFF2-40B4-BE49-F238E27FC236}">
                <a16:creationId xmlns:a16="http://schemas.microsoft.com/office/drawing/2014/main" id="{852A00D0-59EC-4839-858E-D87257D94B32}"/>
              </a:ext>
            </a:extLst>
          </p:cNvPr>
          <p:cNvSpPr>
            <a:spLocks xmlns:a="http://schemas.openxmlformats.org/drawingml/2006/main" noGrp="1"/>
          </p:cNvSpPr>
          <p:nvPr/>
        </p:nvSpPr>
        <p:spPr>
          <a:xfrm xmlns:a="http://schemas.openxmlformats.org/drawingml/2006/main">
            <a:off x="1285875" y="3790950"/>
            <a:ext cx="2286000" cy="2266950"/>
          </a:xfrm>
          <a:prstGeom xmlns:a="http://schemas.openxmlformats.org/drawingml/2006/main" prst="roundRect">
            <a:avLst>
              <a:gd name="adj" fmla="val 3361"/>
            </a:avLst>
          </a:prstGeom>
          <a:solidFill xmlns:a="http://schemas.openxmlformats.org/drawingml/2006/main">
            <a:srgbClr val="FFFFFF"/>
          </a:solidFill>
          <a:ln xmlns:a="http://schemas.openxmlformats.org/drawingml/2006/main" w="9525">
            <a:solidFill>
              <a:srgbClr val="E5EAF2"/>
            </a:solidFill>
          </a:ln>
        </p:spPr>
      </p:sp>
      <p:sp>
        <p:nvSpPr>
          <p:cNvPr id="15" name="">
            <a:extLst xmlns:a="http://schemas.openxmlformats.org/drawingml/2006/main">
              <a:ext uri="{FF2B5EF4-FFF2-40B4-BE49-F238E27FC236}">
                <a16:creationId xmlns:a16="http://schemas.microsoft.com/office/drawing/2014/main" id="{27FC0A6F-1080-4DA5-988C-49DFB6232BA0}"/>
              </a:ext>
            </a:extLst>
          </p:cNvPr>
          <p:cNvSpPr>
            <a:spLocks xmlns:a="http://schemas.openxmlformats.org/drawingml/2006/main" noGrp="1"/>
          </p:cNvSpPr>
          <p:nvPr/>
        </p:nvSpPr>
        <p:spPr>
          <a:xfrm xmlns:a="http://schemas.openxmlformats.org/drawingml/2006/main">
            <a:off x="1438275" y="3962400"/>
            <a:ext cx="742950" cy="285750"/>
          </a:xfrm>
          <a:prstGeom xmlns:a="http://schemas.openxmlformats.org/drawingml/2006/main" prst="roundRect">
            <a:avLst>
              <a:gd name="adj" fmla="val 26667"/>
            </a:avLst>
          </a:prstGeom>
          <a:solidFill xmlns:a="http://schemas.openxmlformats.org/drawingml/2006/main">
            <a:srgbClr val="DBEAFE"/>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1D4ED8"/>
                </a:solidFill>
                <a:latin typeface="Aptos"/>
                <a:ea typeface="Aptos"/>
                <a:cs typeface="Aptos"/>
              </a:defRPr>
            </a:pPr>
            <a:r>
              <a:rPr sz="975" b="1">
                <a:solidFill>
                  <a:srgbClr val="1D4ED8"/>
                </a:solidFill>
                <a:latin typeface="Aptos"/>
                <a:ea typeface="Aptos"/>
                <a:cs typeface="Aptos"/>
              </a:rPr>
              <a:t>Game 12</a:t>
            </a:r>
          </a:p>
        </p:txBody>
      </p:sp>
      <p:sp>
        <p:nvSpPr>
          <p:cNvPr id="16" name="">
            <a:extLst xmlns:a="http://schemas.openxmlformats.org/drawingml/2006/main">
              <a:ext uri="{FF2B5EF4-FFF2-40B4-BE49-F238E27FC236}">
                <a16:creationId xmlns:a16="http://schemas.microsoft.com/office/drawing/2014/main" id="{E61C0A1A-8B3E-4EB2-B4CE-9BA45AA049B0}"/>
              </a:ext>
            </a:extLst>
          </p:cNvPr>
          <p:cNvSpPr>
            <a:spLocks xmlns:a="http://schemas.openxmlformats.org/drawingml/2006/main" noGrp="1"/>
          </p:cNvSpPr>
          <p:nvPr/>
        </p:nvSpPr>
        <p:spPr>
          <a:xfrm xmlns:a="http://schemas.openxmlformats.org/drawingml/2006/main">
            <a:off x="1438275" y="4343400"/>
            <a:ext cx="1981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CSK vs RCB: who will win?</a:t>
            </a:r>
          </a:p>
        </p:txBody>
      </p:sp>
      <p:sp>
        <p:nvSpPr>
          <p:cNvPr id="17" name="">
            <a:extLst xmlns:a="http://schemas.openxmlformats.org/drawingml/2006/main">
              <a:ext uri="{FF2B5EF4-FFF2-40B4-BE49-F238E27FC236}">
                <a16:creationId xmlns:a16="http://schemas.microsoft.com/office/drawing/2014/main" id="{2AC562D8-1760-4344-9F9D-43497FEA42A1}"/>
              </a:ext>
            </a:extLst>
          </p:cNvPr>
          <p:cNvSpPr>
            <a:spLocks xmlns:a="http://schemas.openxmlformats.org/drawingml/2006/main" noGrp="1"/>
          </p:cNvSpPr>
          <p:nvPr/>
        </p:nvSpPr>
        <p:spPr>
          <a:xfrm xmlns:a="http://schemas.openxmlformats.org/drawingml/2006/main">
            <a:off x="1438275" y="4819650"/>
            <a:ext cx="1428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i="0">
                <a:solidFill>
                  <a:srgbClr val="64748B"/>
                </a:solidFill>
                <a:latin typeface="Aptos"/>
                <a:ea typeface="Aptos"/>
                <a:cs typeface="Aptos"/>
              </a:defRPr>
            </a:pPr>
            <a:r>
              <a:rPr sz="825" b="0" i="0">
                <a:solidFill>
                  <a:srgbClr val="64748B"/>
                </a:solidFill>
                <a:latin typeface="Aptos"/>
                <a:ea typeface="Aptos"/>
                <a:cs typeface="Aptos"/>
              </a:rPr>
              <a:t>Locks Today 7:30 PM</a:t>
            </a:r>
          </a:p>
        </p:txBody>
      </p:sp>
      <p:sp>
        <p:nvSpPr>
          <p:cNvPr id="18" name="">
            <a:extLst xmlns:a="http://schemas.openxmlformats.org/drawingml/2006/main">
              <a:ext uri="{FF2B5EF4-FFF2-40B4-BE49-F238E27FC236}">
                <a16:creationId xmlns:a16="http://schemas.microsoft.com/office/drawing/2014/main" id="{5FF59041-7E67-4DBC-9AAD-2F5A841C6105}"/>
              </a:ext>
            </a:extLst>
          </p:cNvPr>
          <p:cNvSpPr>
            <a:spLocks xmlns:a="http://schemas.openxmlformats.org/drawingml/2006/main" noGrp="1"/>
          </p:cNvSpPr>
          <p:nvPr/>
        </p:nvSpPr>
        <p:spPr>
          <a:xfrm xmlns:a="http://schemas.openxmlformats.org/drawingml/2006/main">
            <a:off x="1438275" y="5105400"/>
            <a:ext cx="1981200" cy="381000"/>
          </a:xfrm>
          <a:prstGeom xmlns:a="http://schemas.openxmlformats.org/drawingml/2006/main" prst="roundRect">
            <a:avLst>
              <a:gd name="adj" fmla="val 20000"/>
            </a:avLst>
          </a:prstGeom>
          <a:solidFill xmlns:a="http://schemas.openxmlformats.org/drawingml/2006/main">
            <a:srgbClr val="F1F5F9"/>
          </a:solidFill>
          <a:ln xmlns:a="http://schemas.openxmlformats.org/drawingml/2006/main" w="9525">
            <a:solidFill>
              <a:srgbClr val="CBD5E1"/>
            </a:solidFill>
          </a:ln>
        </p:spPr>
      </p:sp>
      <p:sp>
        <p:nvSpPr>
          <p:cNvPr id="19" name="">
            <a:extLst xmlns:a="http://schemas.openxmlformats.org/drawingml/2006/main">
              <a:ext uri="{FF2B5EF4-FFF2-40B4-BE49-F238E27FC236}">
                <a16:creationId xmlns:a16="http://schemas.microsoft.com/office/drawing/2014/main" id="{D7B589A6-BAA6-4CB7-A50F-7BDE6B51B906}"/>
              </a:ext>
            </a:extLst>
          </p:cNvPr>
          <p:cNvSpPr>
            <a:spLocks xmlns:a="http://schemas.openxmlformats.org/drawingml/2006/main" noGrp="1"/>
          </p:cNvSpPr>
          <p:nvPr/>
        </p:nvSpPr>
        <p:spPr>
          <a:xfrm xmlns:a="http://schemas.openxmlformats.org/drawingml/2006/main">
            <a:off x="1628775" y="5219700"/>
            <a:ext cx="762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111827"/>
                </a:solidFill>
                <a:latin typeface="Aptos"/>
                <a:ea typeface="Aptos"/>
                <a:cs typeface="Aptos"/>
              </a:defRPr>
            </a:pPr>
            <a:r>
              <a:rPr sz="900" b="1" i="0">
                <a:solidFill>
                  <a:srgbClr val="111827"/>
                </a:solidFill>
                <a:latin typeface="Aptos"/>
                <a:ea typeface="Aptos"/>
                <a:cs typeface="Aptos"/>
              </a:rPr>
              <a:t>CSK</a:t>
            </a:r>
          </a:p>
        </p:txBody>
      </p:sp>
      <p:sp>
        <p:nvSpPr>
          <p:cNvPr id="20" name="">
            <a:extLst xmlns:a="http://schemas.openxmlformats.org/drawingml/2006/main">
              <a:ext uri="{FF2B5EF4-FFF2-40B4-BE49-F238E27FC236}">
                <a16:creationId xmlns:a16="http://schemas.microsoft.com/office/drawing/2014/main" id="{D127CFD7-04DF-40BB-A448-8CC6F72B9ABF}"/>
              </a:ext>
            </a:extLst>
          </p:cNvPr>
          <p:cNvSpPr>
            <a:spLocks xmlns:a="http://schemas.openxmlformats.org/drawingml/2006/main" noGrp="1"/>
          </p:cNvSpPr>
          <p:nvPr/>
        </p:nvSpPr>
        <p:spPr>
          <a:xfrm xmlns:a="http://schemas.openxmlformats.org/drawingml/2006/main">
            <a:off x="1438275" y="5581650"/>
            <a:ext cx="1981200" cy="438150"/>
          </a:xfrm>
          <a:prstGeom xmlns:a="http://schemas.openxmlformats.org/drawingml/2006/main" prst="roundRect">
            <a:avLst>
              <a:gd name="adj" fmla="val 17391"/>
            </a:avLst>
          </a:prstGeom>
          <a:solidFill xmlns:a="http://schemas.openxmlformats.org/drawingml/2006/main">
            <a:srgbClr val="16A34A"/>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RCB selected</a:t>
            </a:r>
          </a:p>
        </p:txBody>
      </p:sp>
      <p:sp>
        <p:nvSpPr>
          <p:cNvPr id="21" name="">
            <a:extLst xmlns:a="http://schemas.openxmlformats.org/drawingml/2006/main">
              <a:ext uri="{FF2B5EF4-FFF2-40B4-BE49-F238E27FC236}">
                <a16:creationId xmlns:a16="http://schemas.microsoft.com/office/drawing/2014/main" id="{FEC25899-6504-4D72-8E46-3D942F096035}"/>
              </a:ext>
            </a:extLst>
          </p:cNvPr>
          <p:cNvSpPr>
            <a:spLocks xmlns:a="http://schemas.openxmlformats.org/drawingml/2006/main" noGrp="1"/>
          </p:cNvSpPr>
          <p:nvPr/>
        </p:nvSpPr>
        <p:spPr>
          <a:xfrm xmlns:a="http://schemas.openxmlformats.org/drawingml/2006/main">
            <a:off x="1114425" y="6096000"/>
            <a:ext cx="26289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5EAF2"/>
            </a:solidFill>
          </a:ln>
        </p:spPr>
      </p:sp>
      <p:sp>
        <p:nvSpPr>
          <p:cNvPr id="22" name="">
            <a:extLst xmlns:a="http://schemas.openxmlformats.org/drawingml/2006/main">
              <a:ext uri="{FF2B5EF4-FFF2-40B4-BE49-F238E27FC236}">
                <a16:creationId xmlns:a16="http://schemas.microsoft.com/office/drawing/2014/main" id="{59C91D01-B5CF-4D87-BDDC-8C63EAF2E18A}"/>
              </a:ext>
            </a:extLst>
          </p:cNvPr>
          <p:cNvSpPr>
            <a:spLocks xmlns:a="http://schemas.openxmlformats.org/drawingml/2006/main" noGrp="1"/>
          </p:cNvSpPr>
          <p:nvPr/>
        </p:nvSpPr>
        <p:spPr>
          <a:xfrm xmlns:a="http://schemas.openxmlformats.org/drawingml/2006/main">
            <a:off x="1266825" y="6200775"/>
            <a:ext cx="400050" cy="285750"/>
          </a:xfrm>
          <a:prstGeom xmlns:a="http://schemas.openxmlformats.org/drawingml/2006/main" prst="roundRect">
            <a:avLst>
              <a:gd name="adj" fmla="val 26667"/>
            </a:avLst>
          </a:prstGeom>
          <a:solidFill xmlns:a="http://schemas.openxmlformats.org/drawingml/2006/main">
            <a:srgbClr val="DBEAF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FAF4B50-4851-435F-B004-9AE20339237B}"/>
              </a:ext>
            </a:extLst>
          </p:cNvPr>
          <p:cNvSpPr>
            <a:spLocks xmlns:a="http://schemas.openxmlformats.org/drawingml/2006/main" noGrp="1"/>
          </p:cNvSpPr>
          <p:nvPr/>
        </p:nvSpPr>
        <p:spPr>
          <a:xfrm xmlns:a="http://schemas.openxmlformats.org/drawingml/2006/main">
            <a:off x="1209675" y="628650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1" i="0">
                <a:solidFill>
                  <a:srgbClr val="2563EB"/>
                </a:solidFill>
                <a:latin typeface="Aptos"/>
                <a:ea typeface="Aptos"/>
                <a:cs typeface="Aptos"/>
              </a:defRPr>
            </a:pPr>
            <a:r>
              <a:rPr sz="638" b="1" i="0">
                <a:solidFill>
                  <a:srgbClr val="2563EB"/>
                </a:solidFill>
                <a:latin typeface="Aptos"/>
                <a:ea typeface="Aptos"/>
                <a:cs typeface="Aptos"/>
              </a:rPr>
              <a:t>Home</a:t>
            </a:r>
          </a:p>
        </p:txBody>
      </p:sp>
      <p:sp>
        <p:nvSpPr>
          <p:cNvPr id="24" name="">
            <a:extLst xmlns:a="http://schemas.openxmlformats.org/drawingml/2006/main">
              <a:ext uri="{FF2B5EF4-FFF2-40B4-BE49-F238E27FC236}">
                <a16:creationId xmlns:a16="http://schemas.microsoft.com/office/drawing/2014/main" id="{B72BDC8E-D893-4FD7-99EA-C863E97E33C3}"/>
              </a:ext>
            </a:extLst>
          </p:cNvPr>
          <p:cNvSpPr>
            <a:spLocks xmlns:a="http://schemas.openxmlformats.org/drawingml/2006/main" noGrp="1"/>
          </p:cNvSpPr>
          <p:nvPr/>
        </p:nvSpPr>
        <p:spPr>
          <a:xfrm xmlns:a="http://schemas.openxmlformats.org/drawingml/2006/main">
            <a:off x="1819275" y="628650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Claim</a:t>
            </a:r>
          </a:p>
        </p:txBody>
      </p:sp>
      <p:sp>
        <p:nvSpPr>
          <p:cNvPr id="25" name="">
            <a:extLst xmlns:a="http://schemas.openxmlformats.org/drawingml/2006/main">
              <a:ext uri="{FF2B5EF4-FFF2-40B4-BE49-F238E27FC236}">
                <a16:creationId xmlns:a16="http://schemas.microsoft.com/office/drawing/2014/main" id="{94D97D82-4508-49A2-AE44-F8A382BFA35D}"/>
              </a:ext>
            </a:extLst>
          </p:cNvPr>
          <p:cNvSpPr>
            <a:spLocks xmlns:a="http://schemas.openxmlformats.org/drawingml/2006/main" noGrp="1"/>
          </p:cNvSpPr>
          <p:nvPr/>
        </p:nvSpPr>
        <p:spPr>
          <a:xfrm xmlns:a="http://schemas.openxmlformats.org/drawingml/2006/main">
            <a:off x="2428875" y="628650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Admin</a:t>
            </a:r>
          </a:p>
        </p:txBody>
      </p:sp>
      <p:sp>
        <p:nvSpPr>
          <p:cNvPr id="26" name="">
            <a:extLst xmlns:a="http://schemas.openxmlformats.org/drawingml/2006/main">
              <a:ext uri="{FF2B5EF4-FFF2-40B4-BE49-F238E27FC236}">
                <a16:creationId xmlns:a16="http://schemas.microsoft.com/office/drawing/2014/main" id="{B3AEABEA-ED25-455D-B660-87378CC1D971}"/>
              </a:ext>
            </a:extLst>
          </p:cNvPr>
          <p:cNvSpPr>
            <a:spLocks xmlns:a="http://schemas.openxmlformats.org/drawingml/2006/main" noGrp="1"/>
          </p:cNvSpPr>
          <p:nvPr/>
        </p:nvSpPr>
        <p:spPr>
          <a:xfrm xmlns:a="http://schemas.openxmlformats.org/drawingml/2006/main">
            <a:off x="3038475" y="628650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Account</a:t>
            </a:r>
          </a:p>
        </p:txBody>
      </p:sp>
      <p:sp>
        <p:nvSpPr>
          <p:cNvPr id="27" name="">
            <a:extLst xmlns:a="http://schemas.openxmlformats.org/drawingml/2006/main">
              <a:ext uri="{FF2B5EF4-FFF2-40B4-BE49-F238E27FC236}">
                <a16:creationId xmlns:a16="http://schemas.microsoft.com/office/drawing/2014/main" id="{EE20D607-E870-4B4F-A7B8-25687830D4A3}"/>
              </a:ext>
            </a:extLst>
          </p:cNvPr>
          <p:cNvSpPr>
            <a:spLocks xmlns:a="http://schemas.openxmlformats.org/drawingml/2006/main" noGrp="1"/>
          </p:cNvSpPr>
          <p:nvPr/>
        </p:nvSpPr>
        <p:spPr>
          <a:xfrm xmlns:a="http://schemas.openxmlformats.org/drawingml/2006/main">
            <a:off x="5095875" y="2247900"/>
            <a:ext cx="3429000" cy="40386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CBD5E1"/>
            </a:solidFill>
          </a:ln>
        </p:spPr>
      </p:sp>
      <p:sp>
        <p:nvSpPr>
          <p:cNvPr id="28" name="">
            <a:extLst xmlns:a="http://schemas.openxmlformats.org/drawingml/2006/main">
              <a:ext uri="{FF2B5EF4-FFF2-40B4-BE49-F238E27FC236}">
                <a16:creationId xmlns:a16="http://schemas.microsoft.com/office/drawing/2014/main" id="{42BBECF5-99D9-4BC9-AF14-4962B2FA786A}"/>
              </a:ext>
            </a:extLst>
          </p:cNvPr>
          <p:cNvSpPr>
            <a:spLocks xmlns:a="http://schemas.openxmlformats.org/drawingml/2006/main" noGrp="1"/>
          </p:cNvSpPr>
          <p:nvPr/>
        </p:nvSpPr>
        <p:spPr>
          <a:xfrm xmlns:a="http://schemas.openxmlformats.org/drawingml/2006/main">
            <a:off x="5410200" y="253365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725" b="1" i="0">
                <a:solidFill>
                  <a:srgbClr val="111827"/>
                </a:solidFill>
                <a:latin typeface="Aptos"/>
                <a:ea typeface="Aptos"/>
                <a:cs typeface="Aptos"/>
              </a:defRPr>
            </a:pPr>
            <a:r>
              <a:rPr sz="1725" b="1" i="0">
                <a:solidFill>
                  <a:srgbClr val="111827"/>
                </a:solidFill>
                <a:latin typeface="Aptos"/>
                <a:ea typeface="Aptos"/>
                <a:cs typeface="Aptos"/>
              </a:rPr>
              <a:t>Tournament picker sheet</a:t>
            </a:r>
          </a:p>
        </p:txBody>
      </p:sp>
      <p:sp>
        <p:nvSpPr>
          <p:cNvPr id="29" name="">
            <a:extLst xmlns:a="http://schemas.openxmlformats.org/drawingml/2006/main">
              <a:ext uri="{FF2B5EF4-FFF2-40B4-BE49-F238E27FC236}">
                <a16:creationId xmlns:a16="http://schemas.microsoft.com/office/drawing/2014/main" id="{7B5A1519-F3BF-410D-BE68-B17D2F5C596D}"/>
              </a:ext>
            </a:extLst>
          </p:cNvPr>
          <p:cNvSpPr>
            <a:spLocks xmlns:a="http://schemas.openxmlformats.org/drawingml/2006/main" noGrp="1"/>
          </p:cNvSpPr>
          <p:nvPr/>
        </p:nvSpPr>
        <p:spPr>
          <a:xfrm xmlns:a="http://schemas.openxmlformats.org/drawingml/2006/main">
            <a:off x="5410200" y="285750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i="0">
                <a:solidFill>
                  <a:srgbClr val="64748B"/>
                </a:solidFill>
                <a:latin typeface="Aptos"/>
                <a:ea typeface="Aptos"/>
                <a:cs typeface="Aptos"/>
              </a:defRPr>
            </a:pPr>
            <a:r>
              <a:rPr sz="1050" b="0" i="0">
                <a:solidFill>
                  <a:srgbClr val="64748B"/>
                </a:solidFill>
                <a:latin typeface="Aptos"/>
                <a:ea typeface="Aptos"/>
                <a:cs typeface="Aptos"/>
              </a:rPr>
              <a:t>Most recent tournament selected by default</a:t>
            </a:r>
          </a:p>
        </p:txBody>
      </p:sp>
      <p:sp>
        <p:nvSpPr>
          <p:cNvPr id="30" name="">
            <a:extLst xmlns:a="http://schemas.openxmlformats.org/drawingml/2006/main">
              <a:ext uri="{FF2B5EF4-FFF2-40B4-BE49-F238E27FC236}">
                <a16:creationId xmlns:a16="http://schemas.microsoft.com/office/drawing/2014/main" id="{B4EDCBE2-0663-4965-A460-B43BC0389A37}"/>
              </a:ext>
            </a:extLst>
          </p:cNvPr>
          <p:cNvSpPr>
            <a:spLocks xmlns:a="http://schemas.openxmlformats.org/drawingml/2006/main" noGrp="1"/>
          </p:cNvSpPr>
          <p:nvPr/>
        </p:nvSpPr>
        <p:spPr>
          <a:xfrm xmlns:a="http://schemas.openxmlformats.org/drawingml/2006/main">
            <a:off x="5410200" y="3286125"/>
            <a:ext cx="2781300" cy="514350"/>
          </a:xfrm>
          <a:prstGeom xmlns:a="http://schemas.openxmlformats.org/drawingml/2006/main" prst="roundRect">
            <a:avLst>
              <a:gd name="adj" fmla="val 14815"/>
            </a:avLst>
          </a:prstGeom>
          <a:solidFill xmlns:a="http://schemas.openxmlformats.org/drawingml/2006/main">
            <a:srgbClr val="DBEAFE"/>
          </a:solidFill>
          <a:ln xmlns:a="http://schemas.openxmlformats.org/drawingml/2006/main" w="9525">
            <a:solidFill>
              <a:srgbClr val="2563EB"/>
            </a:solidFill>
          </a:ln>
        </p:spPr>
      </p:sp>
      <p:sp>
        <p:nvSpPr>
          <p:cNvPr id="31" name="">
            <a:extLst xmlns:a="http://schemas.openxmlformats.org/drawingml/2006/main">
              <a:ext uri="{FF2B5EF4-FFF2-40B4-BE49-F238E27FC236}">
                <a16:creationId xmlns:a16="http://schemas.microsoft.com/office/drawing/2014/main" id="{4984FC81-AF51-41F0-93CA-895725309C9A}"/>
              </a:ext>
            </a:extLst>
          </p:cNvPr>
          <p:cNvSpPr>
            <a:spLocks xmlns:a="http://schemas.openxmlformats.org/drawingml/2006/main" noGrp="1"/>
          </p:cNvSpPr>
          <p:nvPr/>
        </p:nvSpPr>
        <p:spPr>
          <a:xfrm xmlns:a="http://schemas.openxmlformats.org/drawingml/2006/main">
            <a:off x="5600700" y="3448050"/>
            <a:ext cx="2190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2563EB"/>
                </a:solidFill>
                <a:latin typeface="Aptos"/>
                <a:ea typeface="Aptos"/>
                <a:cs typeface="Aptos"/>
              </a:defRPr>
            </a:pPr>
            <a:r>
              <a:rPr sz="1050" b="1" i="0">
                <a:solidFill>
                  <a:srgbClr val="2563EB"/>
                </a:solidFill>
                <a:latin typeface="Aptos"/>
                <a:ea typeface="Aptos"/>
                <a:cs typeface="Aptos"/>
              </a:rPr>
              <a:t>IPL 2026  Historical</a:t>
            </a:r>
          </a:p>
        </p:txBody>
      </p:sp>
      <p:sp>
        <p:nvSpPr>
          <p:cNvPr id="32" name="">
            <a:extLst xmlns:a="http://schemas.openxmlformats.org/drawingml/2006/main">
              <a:ext uri="{FF2B5EF4-FFF2-40B4-BE49-F238E27FC236}">
                <a16:creationId xmlns:a16="http://schemas.microsoft.com/office/drawing/2014/main" id="{96737773-855F-4575-AF41-95158050B318}"/>
              </a:ext>
            </a:extLst>
          </p:cNvPr>
          <p:cNvSpPr>
            <a:spLocks xmlns:a="http://schemas.openxmlformats.org/drawingml/2006/main" noGrp="1"/>
          </p:cNvSpPr>
          <p:nvPr/>
        </p:nvSpPr>
        <p:spPr>
          <a:xfrm xmlns:a="http://schemas.openxmlformats.org/drawingml/2006/main">
            <a:off x="5410200" y="3952875"/>
            <a:ext cx="2781300" cy="514350"/>
          </a:xfrm>
          <a:prstGeom xmlns:a="http://schemas.openxmlformats.org/drawingml/2006/main" prst="roundRect">
            <a:avLst>
              <a:gd name="adj" fmla="val 14815"/>
            </a:avLst>
          </a:prstGeom>
          <a:solidFill xmlns:a="http://schemas.openxmlformats.org/drawingml/2006/main">
            <a:srgbClr val="F1F5F9"/>
          </a:solidFill>
          <a:ln xmlns:a="http://schemas.openxmlformats.org/drawingml/2006/main" w="9525">
            <a:solidFill>
              <a:srgbClr val="E5EAF2"/>
            </a:solidFill>
          </a:ln>
        </p:spPr>
      </p:sp>
      <p:sp>
        <p:nvSpPr>
          <p:cNvPr id="33" name="">
            <a:extLst xmlns:a="http://schemas.openxmlformats.org/drawingml/2006/main">
              <a:ext uri="{FF2B5EF4-FFF2-40B4-BE49-F238E27FC236}">
                <a16:creationId xmlns:a16="http://schemas.microsoft.com/office/drawing/2014/main" id="{6C8AC700-70D8-4E49-9BCC-820F3479D791}"/>
              </a:ext>
            </a:extLst>
          </p:cNvPr>
          <p:cNvSpPr>
            <a:spLocks xmlns:a="http://schemas.openxmlformats.org/drawingml/2006/main" noGrp="1"/>
          </p:cNvSpPr>
          <p:nvPr/>
        </p:nvSpPr>
        <p:spPr>
          <a:xfrm xmlns:a="http://schemas.openxmlformats.org/drawingml/2006/main">
            <a:off x="5600700" y="4114800"/>
            <a:ext cx="2190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i="0">
                <a:solidFill>
                  <a:srgbClr val="111827"/>
                </a:solidFill>
                <a:latin typeface="Aptos"/>
                <a:ea typeface="Aptos"/>
                <a:cs typeface="Aptos"/>
              </a:defRPr>
            </a:pPr>
            <a:r>
              <a:rPr sz="1050" b="0" i="0">
                <a:solidFill>
                  <a:srgbClr val="111827"/>
                </a:solidFill>
                <a:latin typeface="Aptos"/>
                <a:ea typeface="Aptos"/>
                <a:cs typeface="Aptos"/>
              </a:rPr>
              <a:t>IPL 2025  Historical</a:t>
            </a:r>
          </a:p>
        </p:txBody>
      </p:sp>
      <p:sp>
        <p:nvSpPr>
          <p:cNvPr id="34" name="">
            <a:extLst xmlns:a="http://schemas.openxmlformats.org/drawingml/2006/main">
              <a:ext uri="{FF2B5EF4-FFF2-40B4-BE49-F238E27FC236}">
                <a16:creationId xmlns:a16="http://schemas.microsoft.com/office/drawing/2014/main" id="{EEBC1D2F-8327-4288-A7F4-63911CDDB6A4}"/>
              </a:ext>
            </a:extLst>
          </p:cNvPr>
          <p:cNvSpPr>
            <a:spLocks xmlns:a="http://schemas.openxmlformats.org/drawingml/2006/main" noGrp="1"/>
          </p:cNvSpPr>
          <p:nvPr/>
        </p:nvSpPr>
        <p:spPr>
          <a:xfrm xmlns:a="http://schemas.openxmlformats.org/drawingml/2006/main">
            <a:off x="5410200" y="4619625"/>
            <a:ext cx="2781300" cy="514350"/>
          </a:xfrm>
          <a:prstGeom xmlns:a="http://schemas.openxmlformats.org/drawingml/2006/main" prst="roundRect">
            <a:avLst>
              <a:gd name="adj" fmla="val 14815"/>
            </a:avLst>
          </a:prstGeom>
          <a:solidFill xmlns:a="http://schemas.openxmlformats.org/drawingml/2006/main">
            <a:srgbClr val="F1F5F9"/>
          </a:solidFill>
          <a:ln xmlns:a="http://schemas.openxmlformats.org/drawingml/2006/main" w="9525">
            <a:solidFill>
              <a:srgbClr val="E5EAF2"/>
            </a:solidFill>
          </a:ln>
        </p:spPr>
      </p:sp>
      <p:sp>
        <p:nvSpPr>
          <p:cNvPr id="35" name="">
            <a:extLst xmlns:a="http://schemas.openxmlformats.org/drawingml/2006/main">
              <a:ext uri="{FF2B5EF4-FFF2-40B4-BE49-F238E27FC236}">
                <a16:creationId xmlns:a16="http://schemas.microsoft.com/office/drawing/2014/main" id="{A2277048-DD53-4BE6-B658-48EF0CD10F58}"/>
              </a:ext>
            </a:extLst>
          </p:cNvPr>
          <p:cNvSpPr>
            <a:spLocks xmlns:a="http://schemas.openxmlformats.org/drawingml/2006/main" noGrp="1"/>
          </p:cNvSpPr>
          <p:nvPr/>
        </p:nvSpPr>
        <p:spPr>
          <a:xfrm xmlns:a="http://schemas.openxmlformats.org/drawingml/2006/main">
            <a:off x="5600700" y="4781550"/>
            <a:ext cx="2190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i="0">
                <a:solidFill>
                  <a:srgbClr val="111827"/>
                </a:solidFill>
                <a:latin typeface="Aptos"/>
                <a:ea typeface="Aptos"/>
                <a:cs typeface="Aptos"/>
              </a:defRPr>
            </a:pPr>
            <a:r>
              <a:rPr sz="1050" b="0" i="0">
                <a:solidFill>
                  <a:srgbClr val="111827"/>
                </a:solidFill>
                <a:latin typeface="Aptos"/>
                <a:ea typeface="Aptos"/>
                <a:cs typeface="Aptos"/>
              </a:rPr>
              <a:t>Summer League  Live</a:t>
            </a:r>
          </a:p>
        </p:txBody>
      </p:sp>
      <p:sp>
        <p:nvSpPr>
          <p:cNvPr id="36" name="">
            <a:extLst xmlns:a="http://schemas.openxmlformats.org/drawingml/2006/main">
              <a:ext uri="{FF2B5EF4-FFF2-40B4-BE49-F238E27FC236}">
                <a16:creationId xmlns:a16="http://schemas.microsoft.com/office/drawing/2014/main" id="{A92C1032-A5ED-4CED-B80A-06D0A7CD54AD}"/>
              </a:ext>
            </a:extLst>
          </p:cNvPr>
          <p:cNvSpPr>
            <a:spLocks xmlns:a="http://schemas.openxmlformats.org/drawingml/2006/main" noGrp="1"/>
          </p:cNvSpPr>
          <p:nvPr/>
        </p:nvSpPr>
        <p:spPr>
          <a:xfrm xmlns:a="http://schemas.openxmlformats.org/drawingml/2006/main">
            <a:off x="9144000" y="2362200"/>
            <a:ext cx="2000250" cy="247650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E5EAF2"/>
            </a:solidFill>
          </a:ln>
        </p:spPr>
      </p:sp>
      <p:sp>
        <p:nvSpPr>
          <p:cNvPr id="37" name="">
            <a:extLst xmlns:a="http://schemas.openxmlformats.org/drawingml/2006/main">
              <a:ext uri="{FF2B5EF4-FFF2-40B4-BE49-F238E27FC236}">
                <a16:creationId xmlns:a16="http://schemas.microsoft.com/office/drawing/2014/main" id="{B054ED41-8E41-47D0-BD78-B1EE9C5140D9}"/>
              </a:ext>
            </a:extLst>
          </p:cNvPr>
          <p:cNvSpPr>
            <a:spLocks xmlns:a="http://schemas.openxmlformats.org/drawingml/2006/main" noGrp="1"/>
          </p:cNvSpPr>
          <p:nvPr/>
        </p:nvSpPr>
        <p:spPr>
          <a:xfrm xmlns:a="http://schemas.openxmlformats.org/drawingml/2006/main">
            <a:off x="9410700" y="266700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75" b="1" i="0">
                <a:solidFill>
                  <a:srgbClr val="111827"/>
                </a:solidFill>
                <a:latin typeface="Aptos"/>
                <a:ea typeface="Aptos"/>
                <a:cs typeface="Aptos"/>
              </a:defRPr>
            </a:pPr>
            <a:r>
              <a:rPr sz="1575" b="1" i="0">
                <a:solidFill>
                  <a:srgbClr val="111827"/>
                </a:solidFill>
                <a:latin typeface="Aptos"/>
                <a:ea typeface="Aptos"/>
                <a:cs typeface="Aptos"/>
              </a:rPr>
              <a:t>Vote feedback</a:t>
            </a:r>
          </a:p>
        </p:txBody>
      </p:sp>
      <p:sp>
        <p:nvSpPr>
          <p:cNvPr id="38" name="">
            <a:extLst xmlns:a="http://schemas.openxmlformats.org/drawingml/2006/main">
              <a:ext uri="{FF2B5EF4-FFF2-40B4-BE49-F238E27FC236}">
                <a16:creationId xmlns:a16="http://schemas.microsoft.com/office/drawing/2014/main" id="{2244D9D9-3777-4B30-9E1C-2F8364E404A7}"/>
              </a:ext>
            </a:extLst>
          </p:cNvPr>
          <p:cNvSpPr>
            <a:spLocks xmlns:a="http://schemas.openxmlformats.org/drawingml/2006/main" noGrp="1"/>
          </p:cNvSpPr>
          <p:nvPr/>
        </p:nvSpPr>
        <p:spPr>
          <a:xfrm xmlns:a="http://schemas.openxmlformats.org/drawingml/2006/main">
            <a:off x="9410700" y="3143250"/>
            <a:ext cx="1333500" cy="704850"/>
          </a:xfrm>
          <a:prstGeom xmlns:a="http://schemas.openxmlformats.org/drawingml/2006/main" prst="roundRect">
            <a:avLst>
              <a:gd name="adj" fmla="val 10811"/>
            </a:avLst>
          </a:prstGeom>
          <a:solidFill xmlns:a="http://schemas.openxmlformats.org/drawingml/2006/main">
            <a:srgbClr val="DCFCE7"/>
          </a:solidFill>
          <a:ln xmlns:a="http://schemas.openxmlformats.org/drawingml/2006/main" w="9525">
            <a:solidFill>
              <a:srgbClr val="BBF7D0"/>
            </a:solidFill>
          </a:ln>
        </p:spPr>
      </p:sp>
      <p:sp>
        <p:nvSpPr>
          <p:cNvPr id="39" name="">
            <a:extLst xmlns:a="http://schemas.openxmlformats.org/drawingml/2006/main">
              <a:ext uri="{FF2B5EF4-FFF2-40B4-BE49-F238E27FC236}">
                <a16:creationId xmlns:a16="http://schemas.microsoft.com/office/drawing/2014/main" id="{904FE767-F29F-4838-9469-F0D655FD67BF}"/>
              </a:ext>
            </a:extLst>
          </p:cNvPr>
          <p:cNvSpPr>
            <a:spLocks xmlns:a="http://schemas.openxmlformats.org/drawingml/2006/main" noGrp="1"/>
          </p:cNvSpPr>
          <p:nvPr/>
        </p:nvSpPr>
        <p:spPr>
          <a:xfrm xmlns:a="http://schemas.openxmlformats.org/drawingml/2006/main">
            <a:off x="9620250" y="33147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i="0">
                <a:solidFill>
                  <a:srgbClr val="166534"/>
                </a:solidFill>
                <a:latin typeface="Aptos"/>
                <a:ea typeface="Aptos"/>
                <a:cs typeface="Aptos"/>
              </a:defRPr>
            </a:pPr>
            <a:r>
              <a:rPr sz="1275" b="1" i="0">
                <a:solidFill>
                  <a:srgbClr val="166534"/>
                </a:solidFill>
                <a:latin typeface="Aptos"/>
                <a:ea typeface="Aptos"/>
                <a:cs typeface="Aptos"/>
              </a:rPr>
              <a:t>Vote saved</a:t>
            </a:r>
          </a:p>
        </p:txBody>
      </p:sp>
      <p:sp>
        <p:nvSpPr>
          <p:cNvPr id="40" name="">
            <a:extLst xmlns:a="http://schemas.openxmlformats.org/drawingml/2006/main">
              <a:ext uri="{FF2B5EF4-FFF2-40B4-BE49-F238E27FC236}">
                <a16:creationId xmlns:a16="http://schemas.microsoft.com/office/drawing/2014/main" id="{933CA86C-353D-4FA1-9449-E5E198B67D5C}"/>
              </a:ext>
            </a:extLst>
          </p:cNvPr>
          <p:cNvSpPr>
            <a:spLocks xmlns:a="http://schemas.openxmlformats.org/drawingml/2006/main" noGrp="1"/>
          </p:cNvSpPr>
          <p:nvPr/>
        </p:nvSpPr>
        <p:spPr>
          <a:xfrm xmlns:a="http://schemas.openxmlformats.org/drawingml/2006/main">
            <a:off x="9448800" y="4038600"/>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i="0">
                <a:solidFill>
                  <a:srgbClr val="64748B"/>
                </a:solidFill>
                <a:latin typeface="Aptos"/>
                <a:ea typeface="Aptos"/>
                <a:cs typeface="Aptos"/>
              </a:defRPr>
            </a:pPr>
            <a:r>
              <a:rPr sz="975" b="0" i="0">
                <a:solidFill>
                  <a:srgbClr val="64748B"/>
                </a:solidFill>
                <a:latin typeface="Aptos"/>
                <a:ea typeface="Aptos"/>
                <a:cs typeface="Aptos"/>
              </a:rPr>
              <a:t>Refresh standings after save.</a:t>
            </a:r>
          </a:p>
        </p:txBody>
      </p:sp>
      <p:sp>
        <p:nvSpPr>
          <p:cNvPr id="41" name="">
            <a:extLst xmlns:a="http://schemas.openxmlformats.org/drawingml/2006/main">
              <a:ext uri="{FF2B5EF4-FFF2-40B4-BE49-F238E27FC236}">
                <a16:creationId xmlns:a16="http://schemas.microsoft.com/office/drawing/2014/main" id="{B7FEA88F-16ED-446B-9C9B-76774F26D639}"/>
              </a:ext>
            </a:extLst>
          </p:cNvPr>
          <p:cNvSpPr>
            <a:spLocks xmlns:a="http://schemas.openxmlformats.org/drawingml/2006/main" noGrp="1"/>
          </p:cNvSpPr>
          <p:nvPr/>
        </p:nvSpPr>
        <p:spPr>
          <a:xfrm xmlns:a="http://schemas.openxmlformats.org/drawingml/2006/main">
            <a:off x="11125200" y="61912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200" b="1" i="0">
                <a:solidFill>
                  <a:srgbClr val="64748B"/>
                </a:solidFill>
                <a:latin typeface="Aptos"/>
                <a:ea typeface="Aptos"/>
                <a:cs typeface="Aptos"/>
              </a:defRPr>
            </a:pPr>
            <a:r>
              <a:rPr sz="1200" b="1" i="0">
                <a:solidFill>
                  <a:srgbClr val="64748B"/>
                </a:solidFill>
                <a:latin typeface="Aptos"/>
                <a:ea typeface="Aptos"/>
                <a:cs typeface="Aptos"/>
              </a:rPr>
              <a:t>04</a:t>
            </a:r>
          </a:p>
        </p:txBody>
      </p:sp>
    </p:spTree>
    <p:extLst>
      <p:ext uri="{BB962C8B-B14F-4D97-AF65-F5344CB8AC3E}">
        <p14:creationId xmlns:p14="http://schemas.microsoft.com/office/powerpoint/2010/main" val="2127507652"/>
      </p:ext>
    </p:extLst>
  </p:cSld>
</p:sld>
</file>

<file path=ppt/slides/slide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3B8D39-6F88-42F2-AC74-A4B9CE91A3BC}"/>
              </a:ext>
            </a:extLst>
          </p:cNvPr>
          <p:cNvSpPr>
            <a:spLocks xmlns:a="http://schemas.openxmlformats.org/drawingml/2006/main" noGrp="1"/>
          </p:cNvSpPr>
          <p:nvPr/>
        </p:nvSpPr>
        <p:spPr>
          <a:xfrm xmlns:a="http://schemas.openxmlformats.org/drawingml/2006/main">
            <a:off x="609600" y="4572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2563EB"/>
                </a:solidFill>
                <a:latin typeface="Aptos"/>
                <a:ea typeface="Aptos"/>
                <a:cs typeface="Aptos"/>
              </a:defRPr>
            </a:pPr>
            <a:r>
              <a:rPr sz="1050" b="1" i="0">
                <a:solidFill>
                  <a:srgbClr val="2563EB"/>
                </a:solidFill>
                <a:latin typeface="Aptos"/>
                <a:ea typeface="Aptos"/>
                <a:cs typeface="Aptos"/>
              </a:rPr>
              <a:t>CLAIM PROFILE</a:t>
            </a:r>
          </a:p>
        </p:txBody>
      </p:sp>
      <p:sp>
        <p:nvSpPr>
          <p:cNvPr id="2" name="">
            <a:extLst xmlns:a="http://schemas.openxmlformats.org/drawingml/2006/main">
              <a:ext uri="{FF2B5EF4-FFF2-40B4-BE49-F238E27FC236}">
                <a16:creationId xmlns:a16="http://schemas.microsoft.com/office/drawing/2014/main" id="{0654A9CE-1867-4A4C-9E5C-8DE52A18EF07}"/>
              </a:ext>
            </a:extLst>
          </p:cNvPr>
          <p:cNvSpPr>
            <a:spLocks xmlns:a="http://schemas.openxmlformats.org/drawingml/2006/main" noGrp="1"/>
          </p:cNvSpPr>
          <p:nvPr/>
        </p:nvSpPr>
        <p:spPr>
          <a:xfrm xmlns:a="http://schemas.openxmlformats.org/drawingml/2006/main">
            <a:off x="609600" y="742950"/>
            <a:ext cx="704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150" b="1" i="0">
                <a:solidFill>
                  <a:srgbClr val="111827"/>
                </a:solidFill>
                <a:latin typeface="Aptos"/>
                <a:ea typeface="Aptos"/>
                <a:cs typeface="Aptos"/>
              </a:defRPr>
            </a:pPr>
            <a:r>
              <a:rPr sz="3150" b="1" i="0">
                <a:solidFill>
                  <a:srgbClr val="111827"/>
                </a:solidFill>
                <a:latin typeface="Aptos"/>
                <a:ea typeface="Aptos"/>
                <a:cs typeface="Aptos"/>
              </a:rPr>
              <a:t>Historical identities become searchable profile cards</a:t>
            </a:r>
          </a:p>
        </p:txBody>
      </p:sp>
      <p:sp>
        <p:nvSpPr>
          <p:cNvPr id="3" name="">
            <a:extLst xmlns:a="http://schemas.openxmlformats.org/drawingml/2006/main">
              <a:ext uri="{FF2B5EF4-FFF2-40B4-BE49-F238E27FC236}">
                <a16:creationId xmlns:a16="http://schemas.microsoft.com/office/drawing/2014/main" id="{5AD1E6F4-1193-4752-80C3-0C0AF5196262}"/>
              </a:ext>
            </a:extLst>
          </p:cNvPr>
          <p:cNvSpPr>
            <a:spLocks xmlns:a="http://schemas.openxmlformats.org/drawingml/2006/main" noGrp="1"/>
          </p:cNvSpPr>
          <p:nvPr/>
        </p:nvSpPr>
        <p:spPr>
          <a:xfrm xmlns:a="http://schemas.openxmlformats.org/drawingml/2006/main">
            <a:off x="609600" y="1695450"/>
            <a:ext cx="590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i="0">
                <a:solidFill>
                  <a:srgbClr val="64748B"/>
                </a:solidFill>
                <a:latin typeface="Aptos"/>
                <a:ea typeface="Aptos"/>
                <a:cs typeface="Aptos"/>
              </a:defRPr>
            </a:pPr>
            <a:r>
              <a:rPr sz="1350" b="0" i="0">
                <a:solidFill>
                  <a:srgbClr val="64748B"/>
                </a:solidFill>
                <a:latin typeface="Aptos"/>
                <a:ea typeface="Aptos"/>
                <a:cs typeface="Aptos"/>
              </a:rPr>
              <a:t>The mobile claim flow makes ownership state obvious before a user submits a request.</a:t>
            </a:r>
          </a:p>
        </p:txBody>
      </p:sp>
      <p:sp>
        <p:nvSpPr>
          <p:cNvPr id="4" name="">
            <a:extLst xmlns:a="http://schemas.openxmlformats.org/drawingml/2006/main">
              <a:ext uri="{FF2B5EF4-FFF2-40B4-BE49-F238E27FC236}">
                <a16:creationId xmlns:a16="http://schemas.microsoft.com/office/drawing/2014/main" id="{17D89750-7F2F-4B8B-A05C-935E49EB429E}"/>
              </a:ext>
            </a:extLst>
          </p:cNvPr>
          <p:cNvSpPr>
            <a:spLocks xmlns:a="http://schemas.openxmlformats.org/drawingml/2006/main" noGrp="1"/>
          </p:cNvSpPr>
          <p:nvPr/>
        </p:nvSpPr>
        <p:spPr>
          <a:xfrm xmlns:a="http://schemas.openxmlformats.org/drawingml/2006/main">
            <a:off x="1085850" y="1666875"/>
            <a:ext cx="3048000" cy="5095875"/>
          </a:xfrm>
          <a:prstGeom xmlns:a="http://schemas.openxmlformats.org/drawingml/2006/main" prst="roundRect">
            <a:avLst>
              <a:gd name="adj" fmla="val 2500"/>
            </a:avLst>
          </a:prstGeom>
          <a:solidFill xmlns:a="http://schemas.openxmlformats.org/drawingml/2006/main">
            <a:srgbClr val="10182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DBBCFFE-D236-4AF4-96C7-4408D583A128}"/>
              </a:ext>
            </a:extLst>
          </p:cNvPr>
          <p:cNvSpPr>
            <a:spLocks xmlns:a="http://schemas.openxmlformats.org/drawingml/2006/main" noGrp="1"/>
          </p:cNvSpPr>
          <p:nvPr/>
        </p:nvSpPr>
        <p:spPr>
          <a:xfrm xmlns:a="http://schemas.openxmlformats.org/drawingml/2006/main">
            <a:off x="1200150" y="1781175"/>
            <a:ext cx="2819400" cy="4867275"/>
          </a:xfrm>
          <a:prstGeom xmlns:a="http://schemas.openxmlformats.org/drawingml/2006/main" prst="roundRect">
            <a:avLst>
              <a:gd name="adj" fmla="val 2703"/>
            </a:avLst>
          </a:prstGeom>
          <a:solidFill xmlns:a="http://schemas.openxmlformats.org/drawingml/2006/main">
            <a:srgbClr val="FFF7E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3AA1DA-4FA4-4ADB-B746-A11264486379}"/>
              </a:ext>
            </a:extLst>
          </p:cNvPr>
          <p:cNvSpPr>
            <a:spLocks xmlns:a="http://schemas.openxmlformats.org/drawingml/2006/main" noGrp="1"/>
          </p:cNvSpPr>
          <p:nvPr/>
        </p:nvSpPr>
        <p:spPr>
          <a:xfrm xmlns:a="http://schemas.openxmlformats.org/drawingml/2006/main">
            <a:off x="2286000" y="1857375"/>
            <a:ext cx="647700" cy="66675"/>
          </a:xfrm>
          <a:prstGeom xmlns:a="http://schemas.openxmlformats.org/drawingml/2006/main" prst="roundRect">
            <a:avLst>
              <a:gd name="adj" fmla="val 50000"/>
            </a:avLst>
          </a:prstGeom>
          <a:solidFill xmlns:a="http://schemas.openxmlformats.org/drawingml/2006/main">
            <a:srgbClr val="11182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4CFDF59-EE00-44E6-93FE-9F509D6C5B8F}"/>
              </a:ext>
            </a:extLst>
          </p:cNvPr>
          <p:cNvSpPr>
            <a:spLocks xmlns:a="http://schemas.openxmlformats.org/drawingml/2006/main" noGrp="1"/>
          </p:cNvSpPr>
          <p:nvPr/>
        </p:nvSpPr>
        <p:spPr>
          <a:xfrm xmlns:a="http://schemas.openxmlformats.org/drawingml/2006/main">
            <a:off x="1371600" y="19907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i="0">
                <a:solidFill>
                  <a:srgbClr val="111827"/>
                </a:solidFill>
                <a:latin typeface="Aptos"/>
                <a:ea typeface="Aptos"/>
                <a:cs typeface="Aptos"/>
              </a:defRPr>
            </a:pPr>
            <a:r>
              <a:rPr sz="1125" b="1" i="0">
                <a:solidFill>
                  <a:srgbClr val="111827"/>
                </a:solidFill>
                <a:latin typeface="Aptos"/>
                <a:ea typeface="Aptos"/>
                <a:cs typeface="Aptos"/>
              </a:rPr>
              <a:t>FanVerdict</a:t>
            </a:r>
          </a:p>
        </p:txBody>
      </p:sp>
      <p:sp>
        <p:nvSpPr>
          <p:cNvPr id="8" name="">
            <a:extLst xmlns:a="http://schemas.openxmlformats.org/drawingml/2006/main">
              <a:ext uri="{FF2B5EF4-FFF2-40B4-BE49-F238E27FC236}">
                <a16:creationId xmlns:a16="http://schemas.microsoft.com/office/drawing/2014/main" id="{254CCBD2-BBC1-462E-9F29-26D4C542B596}"/>
              </a:ext>
            </a:extLst>
          </p:cNvPr>
          <p:cNvSpPr>
            <a:spLocks xmlns:a="http://schemas.openxmlformats.org/drawingml/2006/main" noGrp="1"/>
          </p:cNvSpPr>
          <p:nvPr/>
        </p:nvSpPr>
        <p:spPr>
          <a:xfrm xmlns:a="http://schemas.openxmlformats.org/drawingml/2006/main">
            <a:off x="3219450" y="1990725"/>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825" b="1" i="0">
                <a:solidFill>
                  <a:srgbClr val="2563EB"/>
                </a:solidFill>
                <a:latin typeface="Aptos"/>
                <a:ea typeface="Aptos"/>
                <a:cs typeface="Aptos"/>
              </a:defRPr>
            </a:pPr>
            <a:r>
              <a:rPr sz="825" b="1" i="0">
                <a:solidFill>
                  <a:srgbClr val="2563EB"/>
                </a:solidFill>
                <a:latin typeface="Aptos"/>
                <a:ea typeface="Aptos"/>
                <a:cs typeface="Aptos"/>
              </a:rPr>
              <a:t>Home</a:t>
            </a:r>
          </a:p>
        </p:txBody>
      </p:sp>
      <p:sp>
        <p:nvSpPr>
          <p:cNvPr id="9" name="">
            <a:extLst xmlns:a="http://schemas.openxmlformats.org/drawingml/2006/main">
              <a:ext uri="{FF2B5EF4-FFF2-40B4-BE49-F238E27FC236}">
                <a16:creationId xmlns:a16="http://schemas.microsoft.com/office/drawing/2014/main" id="{88ACEDA6-33D6-43F7-AD21-04813E5E2F9D}"/>
              </a:ext>
            </a:extLst>
          </p:cNvPr>
          <p:cNvSpPr>
            <a:spLocks xmlns:a="http://schemas.openxmlformats.org/drawingml/2006/main" noGrp="1"/>
          </p:cNvSpPr>
          <p:nvPr/>
        </p:nvSpPr>
        <p:spPr>
          <a:xfrm xmlns:a="http://schemas.openxmlformats.org/drawingml/2006/main">
            <a:off x="1371600" y="2333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Claim Profile</a:t>
            </a:r>
          </a:p>
        </p:txBody>
      </p:sp>
      <p:sp>
        <p:nvSpPr>
          <p:cNvPr id="10" name="">
            <a:extLst xmlns:a="http://schemas.openxmlformats.org/drawingml/2006/main">
              <a:ext uri="{FF2B5EF4-FFF2-40B4-BE49-F238E27FC236}">
                <a16:creationId xmlns:a16="http://schemas.microsoft.com/office/drawing/2014/main" id="{6FA6E9C1-3153-4212-A007-07749DD6B25D}"/>
              </a:ext>
            </a:extLst>
          </p:cNvPr>
          <p:cNvSpPr>
            <a:spLocks xmlns:a="http://schemas.openxmlformats.org/drawingml/2006/main" noGrp="1"/>
          </p:cNvSpPr>
          <p:nvPr/>
        </p:nvSpPr>
        <p:spPr>
          <a:xfrm xmlns:a="http://schemas.openxmlformats.org/drawingml/2006/main">
            <a:off x="1390650" y="2771775"/>
            <a:ext cx="2438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Search</a:t>
            </a:r>
          </a:p>
        </p:txBody>
      </p:sp>
      <p:sp>
        <p:nvSpPr>
          <p:cNvPr id="11" name="">
            <a:extLst xmlns:a="http://schemas.openxmlformats.org/drawingml/2006/main">
              <a:ext uri="{FF2B5EF4-FFF2-40B4-BE49-F238E27FC236}">
                <a16:creationId xmlns:a16="http://schemas.microsoft.com/office/drawing/2014/main" id="{69146D65-39B8-4DFF-AC42-5512C4BAE969}"/>
              </a:ext>
            </a:extLst>
          </p:cNvPr>
          <p:cNvSpPr>
            <a:spLocks xmlns:a="http://schemas.openxmlformats.org/drawingml/2006/main" noGrp="1"/>
          </p:cNvSpPr>
          <p:nvPr/>
        </p:nvSpPr>
        <p:spPr>
          <a:xfrm xmlns:a="http://schemas.openxmlformats.org/drawingml/2006/main">
            <a:off x="1390650" y="2981325"/>
            <a:ext cx="24384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FED7AA"/>
            </a:solidFill>
          </a:ln>
        </p:spPr>
      </p:sp>
      <p:sp>
        <p:nvSpPr>
          <p:cNvPr id="12" name="">
            <a:extLst xmlns:a="http://schemas.openxmlformats.org/drawingml/2006/main">
              <a:ext uri="{FF2B5EF4-FFF2-40B4-BE49-F238E27FC236}">
                <a16:creationId xmlns:a16="http://schemas.microsoft.com/office/drawing/2014/main" id="{B1162E04-459D-43EB-A683-2F400148B7A1}"/>
              </a:ext>
            </a:extLst>
          </p:cNvPr>
          <p:cNvSpPr>
            <a:spLocks xmlns:a="http://schemas.openxmlformats.org/drawingml/2006/main" noGrp="1"/>
          </p:cNvSpPr>
          <p:nvPr/>
        </p:nvSpPr>
        <p:spPr>
          <a:xfrm xmlns:a="http://schemas.openxmlformats.org/drawingml/2006/main">
            <a:off x="1524000" y="3095625"/>
            <a:ext cx="2171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Search historical name</a:t>
            </a:r>
          </a:p>
        </p:txBody>
      </p:sp>
      <p:sp>
        <p:nvSpPr>
          <p:cNvPr id="13" name="">
            <a:extLst xmlns:a="http://schemas.openxmlformats.org/drawingml/2006/main">
              <a:ext uri="{FF2B5EF4-FFF2-40B4-BE49-F238E27FC236}">
                <a16:creationId xmlns:a16="http://schemas.microsoft.com/office/drawing/2014/main" id="{A8ECB5C3-805F-4730-9BDA-29DF8F8B1F45}"/>
              </a:ext>
            </a:extLst>
          </p:cNvPr>
          <p:cNvSpPr>
            <a:spLocks xmlns:a="http://schemas.openxmlformats.org/drawingml/2006/main" noGrp="1"/>
          </p:cNvSpPr>
          <p:nvPr/>
        </p:nvSpPr>
        <p:spPr>
          <a:xfrm xmlns:a="http://schemas.openxmlformats.org/drawingml/2006/main">
            <a:off x="1390650" y="3514725"/>
            <a:ext cx="62865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64748B"/>
                </a:solidFill>
                <a:latin typeface="Aptos"/>
                <a:ea typeface="Aptos"/>
                <a:cs typeface="Aptos"/>
              </a:defRPr>
            </a:pPr>
            <a:r>
              <a:rPr sz="975" b="1">
                <a:solidFill>
                  <a:srgbClr val="64748B"/>
                </a:solidFill>
                <a:latin typeface="Aptos"/>
                <a:ea typeface="Aptos"/>
                <a:cs typeface="Aptos"/>
              </a:rPr>
              <a:t>All</a:t>
            </a:r>
          </a:p>
        </p:txBody>
      </p:sp>
      <p:sp>
        <p:nvSpPr>
          <p:cNvPr id="14" name="">
            <a:extLst xmlns:a="http://schemas.openxmlformats.org/drawingml/2006/main">
              <a:ext uri="{FF2B5EF4-FFF2-40B4-BE49-F238E27FC236}">
                <a16:creationId xmlns:a16="http://schemas.microsoft.com/office/drawing/2014/main" id="{5876C68E-2A99-4417-822E-B5592472C594}"/>
              </a:ext>
            </a:extLst>
          </p:cNvPr>
          <p:cNvSpPr>
            <a:spLocks xmlns:a="http://schemas.openxmlformats.org/drawingml/2006/main" noGrp="1"/>
          </p:cNvSpPr>
          <p:nvPr/>
        </p:nvSpPr>
        <p:spPr>
          <a:xfrm xmlns:a="http://schemas.openxmlformats.org/drawingml/2006/main">
            <a:off x="2133600" y="3514725"/>
            <a:ext cx="876300" cy="285750"/>
          </a:xfrm>
          <a:prstGeom xmlns:a="http://schemas.openxmlformats.org/drawingml/2006/main" prst="roundRect">
            <a:avLst>
              <a:gd name="adj" fmla="val 26667"/>
            </a:avLst>
          </a:prstGeom>
          <a:solidFill xmlns:a="http://schemas.openxmlformats.org/drawingml/2006/main">
            <a:srgbClr val="FFEDD5"/>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9A3412"/>
                </a:solidFill>
                <a:latin typeface="Aptos"/>
                <a:ea typeface="Aptos"/>
                <a:cs typeface="Aptos"/>
              </a:defRPr>
            </a:pPr>
            <a:r>
              <a:rPr sz="975" b="1">
                <a:solidFill>
                  <a:srgbClr val="9A3412"/>
                </a:solidFill>
                <a:latin typeface="Aptos"/>
                <a:ea typeface="Aptos"/>
                <a:cs typeface="Aptos"/>
              </a:rPr>
              <a:t>Unclaimed</a:t>
            </a:r>
          </a:p>
        </p:txBody>
      </p:sp>
      <p:sp>
        <p:nvSpPr>
          <p:cNvPr id="15" name="">
            <a:extLst xmlns:a="http://schemas.openxmlformats.org/drawingml/2006/main">
              <a:ext uri="{FF2B5EF4-FFF2-40B4-BE49-F238E27FC236}">
                <a16:creationId xmlns:a16="http://schemas.microsoft.com/office/drawing/2014/main" id="{AF1B3ACB-5D70-4745-AA38-A2103A2AC50D}"/>
              </a:ext>
            </a:extLst>
          </p:cNvPr>
          <p:cNvSpPr>
            <a:spLocks xmlns:a="http://schemas.openxmlformats.org/drawingml/2006/main" noGrp="1"/>
          </p:cNvSpPr>
          <p:nvPr/>
        </p:nvSpPr>
        <p:spPr>
          <a:xfrm xmlns:a="http://schemas.openxmlformats.org/drawingml/2006/main">
            <a:off x="2876550" y="3514725"/>
            <a:ext cx="62865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64748B"/>
                </a:solidFill>
                <a:latin typeface="Aptos"/>
                <a:ea typeface="Aptos"/>
                <a:cs typeface="Aptos"/>
              </a:defRPr>
            </a:pPr>
            <a:r>
              <a:rPr sz="975" b="1">
                <a:solidFill>
                  <a:srgbClr val="64748B"/>
                </a:solidFill>
                <a:latin typeface="Aptos"/>
                <a:ea typeface="Aptos"/>
                <a:cs typeface="Aptos"/>
              </a:rPr>
              <a:t>Pending</a:t>
            </a:r>
          </a:p>
        </p:txBody>
      </p:sp>
      <p:sp>
        <p:nvSpPr>
          <p:cNvPr id="16" name="">
            <a:extLst xmlns:a="http://schemas.openxmlformats.org/drawingml/2006/main">
              <a:ext uri="{FF2B5EF4-FFF2-40B4-BE49-F238E27FC236}">
                <a16:creationId xmlns:a16="http://schemas.microsoft.com/office/drawing/2014/main" id="{05AC8C26-348E-4FBC-8763-10DA45A11896}"/>
              </a:ext>
            </a:extLst>
          </p:cNvPr>
          <p:cNvSpPr>
            <a:spLocks xmlns:a="http://schemas.openxmlformats.org/drawingml/2006/main" noGrp="1"/>
          </p:cNvSpPr>
          <p:nvPr/>
        </p:nvSpPr>
        <p:spPr>
          <a:xfrm xmlns:a="http://schemas.openxmlformats.org/drawingml/2006/main">
            <a:off x="1390650" y="3876675"/>
            <a:ext cx="24384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FED7AA"/>
            </a:solidFill>
          </a:ln>
        </p:spPr>
      </p:sp>
      <p:sp>
        <p:nvSpPr>
          <p:cNvPr id="17" name="">
            <a:extLst xmlns:a="http://schemas.openxmlformats.org/drawingml/2006/main">
              <a:ext uri="{FF2B5EF4-FFF2-40B4-BE49-F238E27FC236}">
                <a16:creationId xmlns:a16="http://schemas.microsoft.com/office/drawing/2014/main" id="{EEF0242E-F168-4043-9B58-A07E8F46CA28}"/>
              </a:ext>
            </a:extLst>
          </p:cNvPr>
          <p:cNvSpPr>
            <a:spLocks xmlns:a="http://schemas.openxmlformats.org/drawingml/2006/main" noGrp="1"/>
          </p:cNvSpPr>
          <p:nvPr/>
        </p:nvSpPr>
        <p:spPr>
          <a:xfrm xmlns:a="http://schemas.openxmlformats.org/drawingml/2006/main">
            <a:off x="1562100" y="40481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Dinesh</a:t>
            </a:r>
          </a:p>
        </p:txBody>
      </p:sp>
      <p:sp>
        <p:nvSpPr>
          <p:cNvPr id="18" name="">
            <a:extLst xmlns:a="http://schemas.openxmlformats.org/drawingml/2006/main">
              <a:ext uri="{FF2B5EF4-FFF2-40B4-BE49-F238E27FC236}">
                <a16:creationId xmlns:a16="http://schemas.microsoft.com/office/drawing/2014/main" id="{D7A4F212-5023-4E07-A878-78097CA179F2}"/>
              </a:ext>
            </a:extLst>
          </p:cNvPr>
          <p:cNvSpPr>
            <a:spLocks xmlns:a="http://schemas.openxmlformats.org/drawingml/2006/main" noGrp="1"/>
          </p:cNvSpPr>
          <p:nvPr/>
        </p:nvSpPr>
        <p:spPr>
          <a:xfrm xmlns:a="http://schemas.openxmlformats.org/drawingml/2006/main">
            <a:off x="2800350" y="4038600"/>
            <a:ext cx="895350" cy="285750"/>
          </a:xfrm>
          <a:prstGeom xmlns:a="http://schemas.openxmlformats.org/drawingml/2006/main" prst="roundRect">
            <a:avLst>
              <a:gd name="adj" fmla="val 26667"/>
            </a:avLst>
          </a:prstGeom>
          <a:solidFill xmlns:a="http://schemas.openxmlformats.org/drawingml/2006/main">
            <a:srgbClr val="DBEAFE"/>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1D4ED8"/>
                </a:solidFill>
                <a:latin typeface="Aptos"/>
                <a:ea typeface="Aptos"/>
                <a:cs typeface="Aptos"/>
              </a:defRPr>
            </a:pPr>
            <a:r>
              <a:rPr sz="975" b="1">
                <a:solidFill>
                  <a:srgbClr val="1D4ED8"/>
                </a:solidFill>
                <a:latin typeface="Aptos"/>
                <a:ea typeface="Aptos"/>
                <a:cs typeface="Aptos"/>
              </a:rPr>
              <a:t>Your profile</a:t>
            </a:r>
          </a:p>
        </p:txBody>
      </p:sp>
      <p:sp>
        <p:nvSpPr>
          <p:cNvPr id="19" name="">
            <a:extLst xmlns:a="http://schemas.openxmlformats.org/drawingml/2006/main">
              <a:ext uri="{FF2B5EF4-FFF2-40B4-BE49-F238E27FC236}">
                <a16:creationId xmlns:a16="http://schemas.microsoft.com/office/drawing/2014/main" id="{57A22A2D-746E-4669-B7E3-5F837066CCBF}"/>
              </a:ext>
            </a:extLst>
          </p:cNvPr>
          <p:cNvSpPr>
            <a:spLocks xmlns:a="http://schemas.openxmlformats.org/drawingml/2006/main" noGrp="1"/>
          </p:cNvSpPr>
          <p:nvPr/>
        </p:nvSpPr>
        <p:spPr>
          <a:xfrm xmlns:a="http://schemas.openxmlformats.org/drawingml/2006/main">
            <a:off x="1562100" y="4352925"/>
            <a:ext cx="1428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i="0">
                <a:solidFill>
                  <a:srgbClr val="64748B"/>
                </a:solidFill>
                <a:latin typeface="Aptos"/>
                <a:ea typeface="Aptos"/>
                <a:cs typeface="Aptos"/>
              </a:defRPr>
            </a:pPr>
            <a:r>
              <a:rPr sz="825" b="0" i="0">
                <a:solidFill>
                  <a:srgbClr val="64748B"/>
                </a:solidFill>
                <a:latin typeface="Aptos"/>
                <a:ea typeface="Aptos"/>
                <a:cs typeface="Aptos"/>
              </a:rPr>
              <a:t>2 seasons  |  75 pts</a:t>
            </a:r>
          </a:p>
        </p:txBody>
      </p:sp>
      <p:sp>
        <p:nvSpPr>
          <p:cNvPr id="20" name="">
            <a:extLst xmlns:a="http://schemas.openxmlformats.org/drawingml/2006/main">
              <a:ext uri="{FF2B5EF4-FFF2-40B4-BE49-F238E27FC236}">
                <a16:creationId xmlns:a16="http://schemas.microsoft.com/office/drawing/2014/main" id="{848391D6-8198-474A-95EB-CE9046CA2682}"/>
              </a:ext>
            </a:extLst>
          </p:cNvPr>
          <p:cNvSpPr>
            <a:spLocks xmlns:a="http://schemas.openxmlformats.org/drawingml/2006/main" noGrp="1"/>
          </p:cNvSpPr>
          <p:nvPr/>
        </p:nvSpPr>
        <p:spPr>
          <a:xfrm xmlns:a="http://schemas.openxmlformats.org/drawingml/2006/main">
            <a:off x="1390650" y="4886325"/>
            <a:ext cx="24384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FED7AA"/>
            </a:solidFill>
          </a:ln>
        </p:spPr>
      </p:sp>
      <p:sp>
        <p:nvSpPr>
          <p:cNvPr id="21" name="">
            <a:extLst xmlns:a="http://schemas.openxmlformats.org/drawingml/2006/main">
              <a:ext uri="{FF2B5EF4-FFF2-40B4-BE49-F238E27FC236}">
                <a16:creationId xmlns:a16="http://schemas.microsoft.com/office/drawing/2014/main" id="{D7DA5142-15E7-4F5E-82A3-84D5D40D7B92}"/>
              </a:ext>
            </a:extLst>
          </p:cNvPr>
          <p:cNvSpPr>
            <a:spLocks xmlns:a="http://schemas.openxmlformats.org/drawingml/2006/main" noGrp="1"/>
          </p:cNvSpPr>
          <p:nvPr/>
        </p:nvSpPr>
        <p:spPr>
          <a:xfrm xmlns:a="http://schemas.openxmlformats.org/drawingml/2006/main">
            <a:off x="1562100" y="50577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Sai</a:t>
            </a:r>
          </a:p>
        </p:txBody>
      </p:sp>
      <p:sp>
        <p:nvSpPr>
          <p:cNvPr id="22" name="">
            <a:extLst xmlns:a="http://schemas.openxmlformats.org/drawingml/2006/main">
              <a:ext uri="{FF2B5EF4-FFF2-40B4-BE49-F238E27FC236}">
                <a16:creationId xmlns:a16="http://schemas.microsoft.com/office/drawing/2014/main" id="{D29F7E05-F402-4744-949B-DEE28793C7A2}"/>
              </a:ext>
            </a:extLst>
          </p:cNvPr>
          <p:cNvSpPr>
            <a:spLocks xmlns:a="http://schemas.openxmlformats.org/drawingml/2006/main" noGrp="1"/>
          </p:cNvSpPr>
          <p:nvPr/>
        </p:nvSpPr>
        <p:spPr>
          <a:xfrm xmlns:a="http://schemas.openxmlformats.org/drawingml/2006/main">
            <a:off x="2800350" y="5048250"/>
            <a:ext cx="895350" cy="285750"/>
          </a:xfrm>
          <a:prstGeom xmlns:a="http://schemas.openxmlformats.org/drawingml/2006/main" prst="roundRect">
            <a:avLst>
              <a:gd name="adj" fmla="val 26667"/>
            </a:avLst>
          </a:prstGeom>
          <a:solidFill xmlns:a="http://schemas.openxmlformats.org/drawingml/2006/main">
            <a:srgbClr val="FFEDD5"/>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9A3412"/>
                </a:solidFill>
                <a:latin typeface="Aptos"/>
                <a:ea typeface="Aptos"/>
                <a:cs typeface="Aptos"/>
              </a:defRPr>
            </a:pPr>
            <a:r>
              <a:rPr sz="975" b="1">
                <a:solidFill>
                  <a:srgbClr val="9A3412"/>
                </a:solidFill>
                <a:latin typeface="Aptos"/>
                <a:ea typeface="Aptos"/>
                <a:cs typeface="Aptos"/>
              </a:rPr>
              <a:t>Unclaimed</a:t>
            </a:r>
          </a:p>
        </p:txBody>
      </p:sp>
      <p:sp>
        <p:nvSpPr>
          <p:cNvPr id="23" name="">
            <a:extLst xmlns:a="http://schemas.openxmlformats.org/drawingml/2006/main">
              <a:ext uri="{FF2B5EF4-FFF2-40B4-BE49-F238E27FC236}">
                <a16:creationId xmlns:a16="http://schemas.microsoft.com/office/drawing/2014/main" id="{225541F2-949F-42E0-8E72-D8266B80149B}"/>
              </a:ext>
            </a:extLst>
          </p:cNvPr>
          <p:cNvSpPr>
            <a:spLocks xmlns:a="http://schemas.openxmlformats.org/drawingml/2006/main" noGrp="1"/>
          </p:cNvSpPr>
          <p:nvPr/>
        </p:nvSpPr>
        <p:spPr>
          <a:xfrm xmlns:a="http://schemas.openxmlformats.org/drawingml/2006/main">
            <a:off x="1562100" y="5362575"/>
            <a:ext cx="1428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i="0">
                <a:solidFill>
                  <a:srgbClr val="64748B"/>
                </a:solidFill>
                <a:latin typeface="Aptos"/>
                <a:ea typeface="Aptos"/>
                <a:cs typeface="Aptos"/>
              </a:defRPr>
            </a:pPr>
            <a:r>
              <a:rPr sz="825" b="0" i="0">
                <a:solidFill>
                  <a:srgbClr val="64748B"/>
                </a:solidFill>
                <a:latin typeface="Aptos"/>
                <a:ea typeface="Aptos"/>
                <a:cs typeface="Aptos"/>
              </a:rPr>
              <a:t>2 seasons  |  68 pts</a:t>
            </a:r>
          </a:p>
        </p:txBody>
      </p:sp>
      <p:sp>
        <p:nvSpPr>
          <p:cNvPr id="24" name="">
            <a:extLst xmlns:a="http://schemas.openxmlformats.org/drawingml/2006/main">
              <a:ext uri="{FF2B5EF4-FFF2-40B4-BE49-F238E27FC236}">
                <a16:creationId xmlns:a16="http://schemas.microsoft.com/office/drawing/2014/main" id="{21DF05FB-B70E-425F-AAA4-B1E7B172E786}"/>
              </a:ext>
            </a:extLst>
          </p:cNvPr>
          <p:cNvSpPr>
            <a:spLocks xmlns:a="http://schemas.openxmlformats.org/drawingml/2006/main" noGrp="1"/>
          </p:cNvSpPr>
          <p:nvPr/>
        </p:nvSpPr>
        <p:spPr>
          <a:xfrm xmlns:a="http://schemas.openxmlformats.org/drawingml/2006/main">
            <a:off x="1562100" y="5495925"/>
            <a:ext cx="1238250" cy="438150"/>
          </a:xfrm>
          <a:prstGeom xmlns:a="http://schemas.openxmlformats.org/drawingml/2006/main" prst="roundRect">
            <a:avLst>
              <a:gd name="adj" fmla="val 17391"/>
            </a:avLst>
          </a:prstGeom>
          <a:solidFill xmlns:a="http://schemas.openxmlformats.org/drawingml/2006/main">
            <a:srgbClr val="2563EB"/>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Request claim</a:t>
            </a:r>
          </a:p>
        </p:txBody>
      </p:sp>
      <p:sp>
        <p:nvSpPr>
          <p:cNvPr id="25" name="">
            <a:extLst xmlns:a="http://schemas.openxmlformats.org/drawingml/2006/main">
              <a:ext uri="{FF2B5EF4-FFF2-40B4-BE49-F238E27FC236}">
                <a16:creationId xmlns:a16="http://schemas.microsoft.com/office/drawing/2014/main" id="{1DE2E136-38D4-4A39-90CE-58112DDE090D}"/>
              </a:ext>
            </a:extLst>
          </p:cNvPr>
          <p:cNvSpPr>
            <a:spLocks xmlns:a="http://schemas.openxmlformats.org/drawingml/2006/main" noGrp="1"/>
          </p:cNvSpPr>
          <p:nvPr/>
        </p:nvSpPr>
        <p:spPr>
          <a:xfrm xmlns:a="http://schemas.openxmlformats.org/drawingml/2006/main">
            <a:off x="1200150" y="6096000"/>
            <a:ext cx="28194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5EAF2"/>
            </a:solidFill>
          </a:ln>
        </p:spPr>
      </p:sp>
      <p:sp>
        <p:nvSpPr>
          <p:cNvPr id="26" name="">
            <a:extLst xmlns:a="http://schemas.openxmlformats.org/drawingml/2006/main">
              <a:ext uri="{FF2B5EF4-FFF2-40B4-BE49-F238E27FC236}">
                <a16:creationId xmlns:a16="http://schemas.microsoft.com/office/drawing/2014/main" id="{07A20FC2-B37E-488E-8401-61D4C5E0FD2D}"/>
              </a:ext>
            </a:extLst>
          </p:cNvPr>
          <p:cNvSpPr>
            <a:spLocks xmlns:a="http://schemas.openxmlformats.org/drawingml/2006/main" noGrp="1"/>
          </p:cNvSpPr>
          <p:nvPr/>
        </p:nvSpPr>
        <p:spPr>
          <a:xfrm xmlns:a="http://schemas.openxmlformats.org/drawingml/2006/main">
            <a:off x="1295400" y="628650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Home</a:t>
            </a:r>
          </a:p>
        </p:txBody>
      </p:sp>
      <p:sp>
        <p:nvSpPr>
          <p:cNvPr id="27" name="">
            <a:extLst xmlns:a="http://schemas.openxmlformats.org/drawingml/2006/main">
              <a:ext uri="{FF2B5EF4-FFF2-40B4-BE49-F238E27FC236}">
                <a16:creationId xmlns:a16="http://schemas.microsoft.com/office/drawing/2014/main" id="{F50B932C-C6AD-4D3D-9BFF-8A3E5C4BAB84}"/>
              </a:ext>
            </a:extLst>
          </p:cNvPr>
          <p:cNvSpPr>
            <a:spLocks xmlns:a="http://schemas.openxmlformats.org/drawingml/2006/main" noGrp="1"/>
          </p:cNvSpPr>
          <p:nvPr/>
        </p:nvSpPr>
        <p:spPr>
          <a:xfrm xmlns:a="http://schemas.openxmlformats.org/drawingml/2006/main">
            <a:off x="2009775" y="6200775"/>
            <a:ext cx="400050" cy="285750"/>
          </a:xfrm>
          <a:prstGeom xmlns:a="http://schemas.openxmlformats.org/drawingml/2006/main" prst="roundRect">
            <a:avLst>
              <a:gd name="adj" fmla="val 26667"/>
            </a:avLst>
          </a:prstGeom>
          <a:solidFill xmlns:a="http://schemas.openxmlformats.org/drawingml/2006/main">
            <a:srgbClr val="DBEAF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1346A53-F1D2-4C26-A903-D1E20C2A0714}"/>
              </a:ext>
            </a:extLst>
          </p:cNvPr>
          <p:cNvSpPr>
            <a:spLocks xmlns:a="http://schemas.openxmlformats.org/drawingml/2006/main" noGrp="1"/>
          </p:cNvSpPr>
          <p:nvPr/>
        </p:nvSpPr>
        <p:spPr>
          <a:xfrm xmlns:a="http://schemas.openxmlformats.org/drawingml/2006/main">
            <a:off x="1952625" y="628650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1" i="0">
                <a:solidFill>
                  <a:srgbClr val="2563EB"/>
                </a:solidFill>
                <a:latin typeface="Aptos"/>
                <a:ea typeface="Aptos"/>
                <a:cs typeface="Aptos"/>
              </a:defRPr>
            </a:pPr>
            <a:r>
              <a:rPr sz="638" b="1" i="0">
                <a:solidFill>
                  <a:srgbClr val="2563EB"/>
                </a:solidFill>
                <a:latin typeface="Aptos"/>
                <a:ea typeface="Aptos"/>
                <a:cs typeface="Aptos"/>
              </a:rPr>
              <a:t>Claim</a:t>
            </a:r>
          </a:p>
        </p:txBody>
      </p:sp>
      <p:sp>
        <p:nvSpPr>
          <p:cNvPr id="29" name="">
            <a:extLst xmlns:a="http://schemas.openxmlformats.org/drawingml/2006/main">
              <a:ext uri="{FF2B5EF4-FFF2-40B4-BE49-F238E27FC236}">
                <a16:creationId xmlns:a16="http://schemas.microsoft.com/office/drawing/2014/main" id="{6713E0CC-C659-4CCF-B75C-15D8C54296D5}"/>
              </a:ext>
            </a:extLst>
          </p:cNvPr>
          <p:cNvSpPr>
            <a:spLocks xmlns:a="http://schemas.openxmlformats.org/drawingml/2006/main" noGrp="1"/>
          </p:cNvSpPr>
          <p:nvPr/>
        </p:nvSpPr>
        <p:spPr>
          <a:xfrm xmlns:a="http://schemas.openxmlformats.org/drawingml/2006/main">
            <a:off x="2609850" y="628650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Admin</a:t>
            </a:r>
          </a:p>
        </p:txBody>
      </p:sp>
      <p:sp>
        <p:nvSpPr>
          <p:cNvPr id="30" name="">
            <a:extLst xmlns:a="http://schemas.openxmlformats.org/drawingml/2006/main">
              <a:ext uri="{FF2B5EF4-FFF2-40B4-BE49-F238E27FC236}">
                <a16:creationId xmlns:a16="http://schemas.microsoft.com/office/drawing/2014/main" id="{24741967-7E7F-4D98-AC11-F279C70477E0}"/>
              </a:ext>
            </a:extLst>
          </p:cNvPr>
          <p:cNvSpPr>
            <a:spLocks xmlns:a="http://schemas.openxmlformats.org/drawingml/2006/main" noGrp="1"/>
          </p:cNvSpPr>
          <p:nvPr/>
        </p:nvSpPr>
        <p:spPr>
          <a:xfrm xmlns:a="http://schemas.openxmlformats.org/drawingml/2006/main">
            <a:off x="3267075" y="628650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Account</a:t>
            </a:r>
          </a:p>
        </p:txBody>
      </p:sp>
      <p:sp>
        <p:nvSpPr>
          <p:cNvPr id="31" name="">
            <a:extLst xmlns:a="http://schemas.openxmlformats.org/drawingml/2006/main">
              <a:ext uri="{FF2B5EF4-FFF2-40B4-BE49-F238E27FC236}">
                <a16:creationId xmlns:a16="http://schemas.microsoft.com/office/drawing/2014/main" id="{BF8603C0-2A4E-4035-995F-76D4DF14B698}"/>
              </a:ext>
            </a:extLst>
          </p:cNvPr>
          <p:cNvSpPr>
            <a:spLocks xmlns:a="http://schemas.openxmlformats.org/drawingml/2006/main" noGrp="1"/>
          </p:cNvSpPr>
          <p:nvPr/>
        </p:nvSpPr>
        <p:spPr>
          <a:xfrm xmlns:a="http://schemas.openxmlformats.org/drawingml/2006/main">
            <a:off x="5334000" y="2857500"/>
            <a:ext cx="3429000" cy="2533650"/>
          </a:xfrm>
          <a:prstGeom xmlns:a="http://schemas.openxmlformats.org/drawingml/2006/main" prst="roundRect">
            <a:avLst>
              <a:gd name="adj" fmla="val 3008"/>
            </a:avLst>
          </a:prstGeom>
          <a:solidFill xmlns:a="http://schemas.openxmlformats.org/drawingml/2006/main">
            <a:srgbClr val="FFFFFF"/>
          </a:solidFill>
          <a:ln xmlns:a="http://schemas.openxmlformats.org/drawingml/2006/main" w="9525">
            <a:solidFill>
              <a:srgbClr val="CBD5E1"/>
            </a:solidFill>
          </a:ln>
        </p:spPr>
      </p:sp>
      <p:sp>
        <p:nvSpPr>
          <p:cNvPr id="32" name="">
            <a:extLst xmlns:a="http://schemas.openxmlformats.org/drawingml/2006/main">
              <a:ext uri="{FF2B5EF4-FFF2-40B4-BE49-F238E27FC236}">
                <a16:creationId xmlns:a16="http://schemas.microsoft.com/office/drawing/2014/main" id="{C26B1165-DAEC-49DC-80BF-3C84D50151C7}"/>
              </a:ext>
            </a:extLst>
          </p:cNvPr>
          <p:cNvSpPr>
            <a:spLocks xmlns:a="http://schemas.openxmlformats.org/drawingml/2006/main" noGrp="1"/>
          </p:cNvSpPr>
          <p:nvPr/>
        </p:nvSpPr>
        <p:spPr>
          <a:xfrm xmlns:a="http://schemas.openxmlformats.org/drawingml/2006/main">
            <a:off x="5657850" y="314325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i="0">
                <a:solidFill>
                  <a:srgbClr val="111827"/>
                </a:solidFill>
                <a:latin typeface="Aptos"/>
                <a:ea typeface="Aptos"/>
                <a:cs typeface="Aptos"/>
              </a:defRPr>
            </a:pPr>
            <a:r>
              <a:rPr sz="1800" b="1" i="0">
                <a:solidFill>
                  <a:srgbClr val="111827"/>
                </a:solidFill>
                <a:latin typeface="Aptos"/>
                <a:ea typeface="Aptos"/>
                <a:cs typeface="Aptos"/>
              </a:rPr>
              <a:t>Confirmation sheet</a:t>
            </a:r>
          </a:p>
        </p:txBody>
      </p:sp>
      <p:sp>
        <p:nvSpPr>
          <p:cNvPr id="33" name="">
            <a:extLst xmlns:a="http://schemas.openxmlformats.org/drawingml/2006/main">
              <a:ext uri="{FF2B5EF4-FFF2-40B4-BE49-F238E27FC236}">
                <a16:creationId xmlns:a16="http://schemas.microsoft.com/office/drawing/2014/main" id="{FB9D56AF-B317-4CF3-B195-E067D44F9DD3}"/>
              </a:ext>
            </a:extLst>
          </p:cNvPr>
          <p:cNvSpPr>
            <a:spLocks xmlns:a="http://schemas.openxmlformats.org/drawingml/2006/main" noGrp="1"/>
          </p:cNvSpPr>
          <p:nvPr/>
        </p:nvSpPr>
        <p:spPr>
          <a:xfrm xmlns:a="http://schemas.openxmlformats.org/drawingml/2006/main">
            <a:off x="5657850" y="36385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650" b="1" i="0">
                <a:solidFill>
                  <a:srgbClr val="111827"/>
                </a:solidFill>
                <a:latin typeface="Aptos"/>
                <a:ea typeface="Aptos"/>
                <a:cs typeface="Aptos"/>
              </a:defRPr>
            </a:pPr>
            <a:r>
              <a:rPr sz="1650" b="1" i="0">
                <a:solidFill>
                  <a:srgbClr val="111827"/>
                </a:solidFill>
                <a:latin typeface="Aptos"/>
                <a:ea typeface="Aptos"/>
                <a:cs typeface="Aptos"/>
              </a:rPr>
              <a:t>Request claim for Sai?</a:t>
            </a:r>
          </a:p>
        </p:txBody>
      </p:sp>
      <p:sp>
        <p:nvSpPr>
          <p:cNvPr id="34" name="">
            <a:extLst xmlns:a="http://schemas.openxmlformats.org/drawingml/2006/main">
              <a:ext uri="{FF2B5EF4-FFF2-40B4-BE49-F238E27FC236}">
                <a16:creationId xmlns:a16="http://schemas.microsoft.com/office/drawing/2014/main" id="{6808E3E5-F4CC-4104-9F67-788F6538B471}"/>
              </a:ext>
            </a:extLst>
          </p:cNvPr>
          <p:cNvSpPr>
            <a:spLocks xmlns:a="http://schemas.openxmlformats.org/drawingml/2006/main" noGrp="1"/>
          </p:cNvSpPr>
          <p:nvPr/>
        </p:nvSpPr>
        <p:spPr>
          <a:xfrm xmlns:a="http://schemas.openxmlformats.org/drawingml/2006/main">
            <a:off x="5657850" y="40386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i="0">
                <a:solidFill>
                  <a:srgbClr val="64748B"/>
                </a:solidFill>
                <a:latin typeface="Aptos"/>
                <a:ea typeface="Aptos"/>
                <a:cs typeface="Aptos"/>
              </a:defRPr>
            </a:pPr>
            <a:r>
              <a:rPr sz="1125" b="0" i="0">
                <a:solidFill>
                  <a:srgbClr val="64748B"/>
                </a:solidFill>
                <a:latin typeface="Aptos"/>
                <a:ea typeface="Aptos"/>
                <a:cs typeface="Aptos"/>
              </a:rPr>
              <a:t>2 seasons  |  68 points</a:t>
            </a:r>
          </a:p>
          <a:p xmlns:a="http://schemas.openxmlformats.org/drawingml/2006/main">
            <a:pPr algn="l">
              <a:defRPr sz="1125" b="0" i="0">
                <a:solidFill>
                  <a:srgbClr val="64748B"/>
                </a:solidFill>
                <a:latin typeface="Aptos"/>
                <a:ea typeface="Aptos"/>
                <a:cs typeface="Aptos"/>
              </a:defRPr>
            </a:pPr>
            <a:r>
              <a:rPr sz="1125" b="0" i="0">
                <a:solidFill>
                  <a:srgbClr val="64748B"/>
                </a:solidFill>
                <a:latin typeface="Aptos"/>
                <a:ea typeface="Aptos"/>
                <a:cs typeface="Aptos"/>
              </a:rPr>
              <a:t>Admin approval required before linking this data to your account.</a:t>
            </a:r>
          </a:p>
        </p:txBody>
      </p:sp>
      <p:sp>
        <p:nvSpPr>
          <p:cNvPr id="35" name="">
            <a:extLst xmlns:a="http://schemas.openxmlformats.org/drawingml/2006/main">
              <a:ext uri="{FF2B5EF4-FFF2-40B4-BE49-F238E27FC236}">
                <a16:creationId xmlns:a16="http://schemas.microsoft.com/office/drawing/2014/main" id="{BA51A5D0-60C1-41D3-9E19-9F966511C842}"/>
              </a:ext>
            </a:extLst>
          </p:cNvPr>
          <p:cNvSpPr>
            <a:spLocks xmlns:a="http://schemas.openxmlformats.org/drawingml/2006/main" noGrp="1"/>
          </p:cNvSpPr>
          <p:nvPr/>
        </p:nvSpPr>
        <p:spPr>
          <a:xfrm xmlns:a="http://schemas.openxmlformats.org/drawingml/2006/main">
            <a:off x="5657850" y="4800600"/>
            <a:ext cx="2000250" cy="438150"/>
          </a:xfrm>
          <a:prstGeom xmlns:a="http://schemas.openxmlformats.org/drawingml/2006/main" prst="roundRect">
            <a:avLst>
              <a:gd name="adj" fmla="val 17391"/>
            </a:avLst>
          </a:prstGeom>
          <a:solidFill xmlns:a="http://schemas.openxmlformats.org/drawingml/2006/main">
            <a:srgbClr val="2563EB"/>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Submit request</a:t>
            </a:r>
          </a:p>
        </p:txBody>
      </p:sp>
      <p:sp>
        <p:nvSpPr>
          <p:cNvPr id="36" name="">
            <a:extLst xmlns:a="http://schemas.openxmlformats.org/drawingml/2006/main">
              <a:ext uri="{FF2B5EF4-FFF2-40B4-BE49-F238E27FC236}">
                <a16:creationId xmlns:a16="http://schemas.microsoft.com/office/drawing/2014/main" id="{79568C55-EF23-4197-A01D-4FC7E2E0851C}"/>
              </a:ext>
            </a:extLst>
          </p:cNvPr>
          <p:cNvSpPr>
            <a:spLocks xmlns:a="http://schemas.openxmlformats.org/drawingml/2006/main" noGrp="1"/>
          </p:cNvSpPr>
          <p:nvPr/>
        </p:nvSpPr>
        <p:spPr>
          <a:xfrm xmlns:a="http://schemas.openxmlformats.org/drawingml/2006/main">
            <a:off x="7810500" y="493395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1" i="0">
                <a:solidFill>
                  <a:srgbClr val="64748B"/>
                </a:solidFill>
                <a:latin typeface="Aptos"/>
                <a:ea typeface="Aptos"/>
                <a:cs typeface="Aptos"/>
              </a:defRPr>
            </a:pPr>
            <a:r>
              <a:rPr sz="975" b="1" i="0">
                <a:solidFill>
                  <a:srgbClr val="64748B"/>
                </a:solidFill>
                <a:latin typeface="Aptos"/>
                <a:ea typeface="Aptos"/>
                <a:cs typeface="Aptos"/>
              </a:rPr>
              <a:t>Cancel</a:t>
            </a:r>
          </a:p>
        </p:txBody>
      </p:sp>
      <p:sp>
        <p:nvSpPr>
          <p:cNvPr id="37" name="">
            <a:extLst xmlns:a="http://schemas.openxmlformats.org/drawingml/2006/main">
              <a:ext uri="{FF2B5EF4-FFF2-40B4-BE49-F238E27FC236}">
                <a16:creationId xmlns:a16="http://schemas.microsoft.com/office/drawing/2014/main" id="{C8EC7A78-86EE-467F-A3BB-5614F72326F4}"/>
              </a:ext>
            </a:extLst>
          </p:cNvPr>
          <p:cNvSpPr>
            <a:spLocks xmlns:a="http://schemas.openxmlformats.org/drawingml/2006/main" noGrp="1"/>
          </p:cNvSpPr>
          <p:nvPr/>
        </p:nvSpPr>
        <p:spPr>
          <a:xfrm xmlns:a="http://schemas.openxmlformats.org/drawingml/2006/main">
            <a:off x="9372600" y="2381250"/>
            <a:ext cx="1809750" cy="285750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E5EAF2"/>
            </a:solidFill>
          </a:ln>
        </p:spPr>
      </p:sp>
      <p:sp>
        <p:nvSpPr>
          <p:cNvPr id="38" name="">
            <a:extLst xmlns:a="http://schemas.openxmlformats.org/drawingml/2006/main">
              <a:ext uri="{FF2B5EF4-FFF2-40B4-BE49-F238E27FC236}">
                <a16:creationId xmlns:a16="http://schemas.microsoft.com/office/drawing/2014/main" id="{931BDFCF-EB17-443D-B440-4030491718F9}"/>
              </a:ext>
            </a:extLst>
          </p:cNvPr>
          <p:cNvSpPr>
            <a:spLocks xmlns:a="http://schemas.openxmlformats.org/drawingml/2006/main" noGrp="1"/>
          </p:cNvSpPr>
          <p:nvPr/>
        </p:nvSpPr>
        <p:spPr>
          <a:xfrm xmlns:a="http://schemas.openxmlformats.org/drawingml/2006/main">
            <a:off x="9677400" y="2686050"/>
            <a:ext cx="1257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i="0">
                <a:solidFill>
                  <a:srgbClr val="111827"/>
                </a:solidFill>
                <a:latin typeface="Aptos"/>
                <a:ea typeface="Aptos"/>
                <a:cs typeface="Aptos"/>
              </a:defRPr>
            </a:pPr>
            <a:r>
              <a:rPr sz="1500" b="1" i="0">
                <a:solidFill>
                  <a:srgbClr val="111827"/>
                </a:solidFill>
                <a:latin typeface="Aptos"/>
                <a:ea typeface="Aptos"/>
                <a:cs typeface="Aptos"/>
              </a:rPr>
              <a:t>Status language</a:t>
            </a:r>
          </a:p>
        </p:txBody>
      </p:sp>
      <p:sp>
        <p:nvSpPr>
          <p:cNvPr id="39" name="">
            <a:extLst xmlns:a="http://schemas.openxmlformats.org/drawingml/2006/main">
              <a:ext uri="{FF2B5EF4-FFF2-40B4-BE49-F238E27FC236}">
                <a16:creationId xmlns:a16="http://schemas.microsoft.com/office/drawing/2014/main" id="{E41D9B41-8F23-4DEE-BA30-5BCC3BFD776D}"/>
              </a:ext>
            </a:extLst>
          </p:cNvPr>
          <p:cNvSpPr>
            <a:spLocks xmlns:a="http://schemas.openxmlformats.org/drawingml/2006/main" noGrp="1"/>
          </p:cNvSpPr>
          <p:nvPr/>
        </p:nvSpPr>
        <p:spPr>
          <a:xfrm xmlns:a="http://schemas.openxmlformats.org/drawingml/2006/main">
            <a:off x="9677400" y="3190875"/>
            <a:ext cx="952500" cy="285750"/>
          </a:xfrm>
          <a:prstGeom xmlns:a="http://schemas.openxmlformats.org/drawingml/2006/main" prst="roundRect">
            <a:avLst>
              <a:gd name="adj" fmla="val 26667"/>
            </a:avLst>
          </a:prstGeom>
          <a:solidFill xmlns:a="http://schemas.openxmlformats.org/drawingml/2006/main">
            <a:srgbClr val="DCFCE7"/>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166534"/>
                </a:solidFill>
                <a:latin typeface="Aptos"/>
                <a:ea typeface="Aptos"/>
                <a:cs typeface="Aptos"/>
              </a:defRPr>
            </a:pPr>
            <a:r>
              <a:rPr sz="975" b="1">
                <a:solidFill>
                  <a:srgbClr val="166534"/>
                </a:solidFill>
                <a:latin typeface="Aptos"/>
                <a:ea typeface="Aptos"/>
                <a:cs typeface="Aptos"/>
              </a:rPr>
              <a:t>Claimed</a:t>
            </a:r>
          </a:p>
        </p:txBody>
      </p:sp>
      <p:sp>
        <p:nvSpPr>
          <p:cNvPr id="40" name="">
            <a:extLst xmlns:a="http://schemas.openxmlformats.org/drawingml/2006/main">
              <a:ext uri="{FF2B5EF4-FFF2-40B4-BE49-F238E27FC236}">
                <a16:creationId xmlns:a16="http://schemas.microsoft.com/office/drawing/2014/main" id="{B15206F9-2A7B-49B2-BCC6-834602651360}"/>
              </a:ext>
            </a:extLst>
          </p:cNvPr>
          <p:cNvSpPr>
            <a:spLocks xmlns:a="http://schemas.openxmlformats.org/drawingml/2006/main" noGrp="1"/>
          </p:cNvSpPr>
          <p:nvPr/>
        </p:nvSpPr>
        <p:spPr>
          <a:xfrm xmlns:a="http://schemas.openxmlformats.org/drawingml/2006/main">
            <a:off x="9677400" y="3648075"/>
            <a:ext cx="952500" cy="285750"/>
          </a:xfrm>
          <a:prstGeom xmlns:a="http://schemas.openxmlformats.org/drawingml/2006/main" prst="roundRect">
            <a:avLst>
              <a:gd name="adj" fmla="val 26667"/>
            </a:avLst>
          </a:prstGeom>
          <a:solidFill xmlns:a="http://schemas.openxmlformats.org/drawingml/2006/main">
            <a:srgbClr val="FEF3C7"/>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92400E"/>
                </a:solidFill>
                <a:latin typeface="Aptos"/>
                <a:ea typeface="Aptos"/>
                <a:cs typeface="Aptos"/>
              </a:defRPr>
            </a:pPr>
            <a:r>
              <a:rPr sz="975" b="1">
                <a:solidFill>
                  <a:srgbClr val="92400E"/>
                </a:solidFill>
                <a:latin typeface="Aptos"/>
                <a:ea typeface="Aptos"/>
                <a:cs typeface="Aptos"/>
              </a:rPr>
              <a:t>Pending</a:t>
            </a:r>
          </a:p>
        </p:txBody>
      </p:sp>
      <p:sp>
        <p:nvSpPr>
          <p:cNvPr id="41" name="">
            <a:extLst xmlns:a="http://schemas.openxmlformats.org/drawingml/2006/main">
              <a:ext uri="{FF2B5EF4-FFF2-40B4-BE49-F238E27FC236}">
                <a16:creationId xmlns:a16="http://schemas.microsoft.com/office/drawing/2014/main" id="{EC983212-13A8-4FFC-87B5-E754909DDF71}"/>
              </a:ext>
            </a:extLst>
          </p:cNvPr>
          <p:cNvSpPr>
            <a:spLocks xmlns:a="http://schemas.openxmlformats.org/drawingml/2006/main" noGrp="1"/>
          </p:cNvSpPr>
          <p:nvPr/>
        </p:nvSpPr>
        <p:spPr>
          <a:xfrm xmlns:a="http://schemas.openxmlformats.org/drawingml/2006/main">
            <a:off x="9677400" y="4105275"/>
            <a:ext cx="952500" cy="285750"/>
          </a:xfrm>
          <a:prstGeom xmlns:a="http://schemas.openxmlformats.org/drawingml/2006/main" prst="roundRect">
            <a:avLst>
              <a:gd name="adj" fmla="val 26667"/>
            </a:avLst>
          </a:prstGeom>
          <a:solidFill xmlns:a="http://schemas.openxmlformats.org/drawingml/2006/main">
            <a:srgbClr val="FEE2E2"/>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991B1B"/>
                </a:solidFill>
                <a:latin typeface="Aptos"/>
                <a:ea typeface="Aptos"/>
                <a:cs typeface="Aptos"/>
              </a:defRPr>
            </a:pPr>
            <a:r>
              <a:rPr sz="975" b="1">
                <a:solidFill>
                  <a:srgbClr val="991B1B"/>
                </a:solidFill>
                <a:latin typeface="Aptos"/>
                <a:ea typeface="Aptos"/>
                <a:cs typeface="Aptos"/>
              </a:rPr>
              <a:t>Blocked</a:t>
            </a:r>
          </a:p>
        </p:txBody>
      </p:sp>
      <p:sp>
        <p:nvSpPr>
          <p:cNvPr id="42" name="">
            <a:extLst xmlns:a="http://schemas.openxmlformats.org/drawingml/2006/main">
              <a:ext uri="{FF2B5EF4-FFF2-40B4-BE49-F238E27FC236}">
                <a16:creationId xmlns:a16="http://schemas.microsoft.com/office/drawing/2014/main" id="{3BA8F06B-EABD-42D1-BD5D-8716ED3FA07F}"/>
              </a:ext>
            </a:extLst>
          </p:cNvPr>
          <p:cNvSpPr>
            <a:spLocks xmlns:a="http://schemas.openxmlformats.org/drawingml/2006/main" noGrp="1"/>
          </p:cNvSpPr>
          <p:nvPr/>
        </p:nvSpPr>
        <p:spPr>
          <a:xfrm xmlns:a="http://schemas.openxmlformats.org/drawingml/2006/main">
            <a:off x="9677400" y="4562475"/>
            <a:ext cx="952500" cy="285750"/>
          </a:xfrm>
          <a:prstGeom xmlns:a="http://schemas.openxmlformats.org/drawingml/2006/main" prst="roundRect">
            <a:avLst>
              <a:gd name="adj" fmla="val 26667"/>
            </a:avLst>
          </a:prstGeom>
          <a:solidFill xmlns:a="http://schemas.openxmlformats.org/drawingml/2006/main">
            <a:srgbClr val="FFEDD5"/>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9A3412"/>
                </a:solidFill>
                <a:latin typeface="Aptos"/>
                <a:ea typeface="Aptos"/>
                <a:cs typeface="Aptos"/>
              </a:defRPr>
            </a:pPr>
            <a:r>
              <a:rPr sz="975" b="1">
                <a:solidFill>
                  <a:srgbClr val="9A3412"/>
                </a:solidFill>
                <a:latin typeface="Aptos"/>
                <a:ea typeface="Aptos"/>
                <a:cs typeface="Aptos"/>
              </a:rPr>
              <a:t>Unclaimed</a:t>
            </a:r>
          </a:p>
        </p:txBody>
      </p:sp>
      <p:sp>
        <p:nvSpPr>
          <p:cNvPr id="43" name="">
            <a:extLst xmlns:a="http://schemas.openxmlformats.org/drawingml/2006/main">
              <a:ext uri="{FF2B5EF4-FFF2-40B4-BE49-F238E27FC236}">
                <a16:creationId xmlns:a16="http://schemas.microsoft.com/office/drawing/2014/main" id="{9E5093B9-9018-4B4D-901C-6B819178EEF0}"/>
              </a:ext>
            </a:extLst>
          </p:cNvPr>
          <p:cNvSpPr>
            <a:spLocks xmlns:a="http://schemas.openxmlformats.org/drawingml/2006/main" noGrp="1"/>
          </p:cNvSpPr>
          <p:nvPr/>
        </p:nvSpPr>
        <p:spPr>
          <a:xfrm xmlns:a="http://schemas.openxmlformats.org/drawingml/2006/main">
            <a:off x="11125200" y="61912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200" b="1" i="0">
                <a:solidFill>
                  <a:srgbClr val="64748B"/>
                </a:solidFill>
                <a:latin typeface="Aptos"/>
                <a:ea typeface="Aptos"/>
                <a:cs typeface="Aptos"/>
              </a:defRPr>
            </a:pPr>
            <a:r>
              <a:rPr sz="1200" b="1" i="0">
                <a:solidFill>
                  <a:srgbClr val="64748B"/>
                </a:solidFill>
                <a:latin typeface="Aptos"/>
                <a:ea typeface="Aptos"/>
                <a:cs typeface="Aptos"/>
              </a:rPr>
              <a:t>05</a:t>
            </a:r>
          </a:p>
        </p:txBody>
      </p:sp>
    </p:spTree>
    <p:extLst>
      <p:ext uri="{BB962C8B-B14F-4D97-AF65-F5344CB8AC3E}">
        <p14:creationId xmlns:p14="http://schemas.microsoft.com/office/powerpoint/2010/main" val="2142434726"/>
      </p:ext>
    </p:extLst>
  </p:cSld>
</p:sld>
</file>

<file path=ppt/slides/slide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AEC689-B847-4D00-B2BE-85E966D73BBB}"/>
              </a:ext>
            </a:extLst>
          </p:cNvPr>
          <p:cNvSpPr>
            <a:spLocks xmlns:a="http://schemas.openxmlformats.org/drawingml/2006/main" noGrp="1"/>
          </p:cNvSpPr>
          <p:nvPr/>
        </p:nvSpPr>
        <p:spPr>
          <a:xfrm xmlns:a="http://schemas.openxmlformats.org/drawingml/2006/main">
            <a:off x="609600" y="4572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2563EB"/>
                </a:solidFill>
                <a:latin typeface="Aptos"/>
                <a:ea typeface="Aptos"/>
                <a:cs typeface="Aptos"/>
              </a:defRPr>
            </a:pPr>
            <a:r>
              <a:rPr sz="1050" b="1" i="0">
                <a:solidFill>
                  <a:srgbClr val="2563EB"/>
                </a:solidFill>
                <a:latin typeface="Aptos"/>
                <a:ea typeface="Aptos"/>
                <a:cs typeface="Aptos"/>
              </a:rPr>
              <a:t>ACCOUNT SETTINGS</a:t>
            </a:r>
          </a:p>
        </p:txBody>
      </p:sp>
      <p:sp>
        <p:nvSpPr>
          <p:cNvPr id="2" name="">
            <a:extLst xmlns:a="http://schemas.openxmlformats.org/drawingml/2006/main">
              <a:ext uri="{FF2B5EF4-FFF2-40B4-BE49-F238E27FC236}">
                <a16:creationId xmlns:a16="http://schemas.microsoft.com/office/drawing/2014/main" id="{807064D9-62C6-4046-853C-E2CF11959B49}"/>
              </a:ext>
            </a:extLst>
          </p:cNvPr>
          <p:cNvSpPr>
            <a:spLocks xmlns:a="http://schemas.openxmlformats.org/drawingml/2006/main" noGrp="1"/>
          </p:cNvSpPr>
          <p:nvPr/>
        </p:nvSpPr>
        <p:spPr>
          <a:xfrm xmlns:a="http://schemas.openxmlformats.org/drawingml/2006/main">
            <a:off x="609600" y="742950"/>
            <a:ext cx="704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150" b="1" i="0">
                <a:solidFill>
                  <a:srgbClr val="111827"/>
                </a:solidFill>
                <a:latin typeface="Aptos"/>
                <a:ea typeface="Aptos"/>
                <a:cs typeface="Aptos"/>
              </a:defRPr>
            </a:pPr>
            <a:r>
              <a:rPr sz="3150" b="1" i="0">
                <a:solidFill>
                  <a:srgbClr val="111827"/>
                </a:solidFill>
                <a:latin typeface="Aptos"/>
                <a:ea typeface="Aptos"/>
                <a:cs typeface="Aptos"/>
              </a:rPr>
              <a:t>Profile, alert preference, and password stay in short tabs</a:t>
            </a:r>
          </a:p>
        </p:txBody>
      </p:sp>
      <p:sp>
        <p:nvSpPr>
          <p:cNvPr id="3" name="">
            <a:extLst xmlns:a="http://schemas.openxmlformats.org/drawingml/2006/main">
              <a:ext uri="{FF2B5EF4-FFF2-40B4-BE49-F238E27FC236}">
                <a16:creationId xmlns:a16="http://schemas.microsoft.com/office/drawing/2014/main" id="{18701684-3A1E-4521-B2BB-61DFA1744A70}"/>
              </a:ext>
            </a:extLst>
          </p:cNvPr>
          <p:cNvSpPr>
            <a:spLocks xmlns:a="http://schemas.openxmlformats.org/drawingml/2006/main" noGrp="1"/>
          </p:cNvSpPr>
          <p:nvPr/>
        </p:nvSpPr>
        <p:spPr>
          <a:xfrm xmlns:a="http://schemas.openxmlformats.org/drawingml/2006/main">
            <a:off x="609600" y="1695450"/>
            <a:ext cx="590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i="0">
                <a:solidFill>
                  <a:srgbClr val="64748B"/>
                </a:solidFill>
                <a:latin typeface="Aptos"/>
                <a:ea typeface="Aptos"/>
                <a:cs typeface="Aptos"/>
              </a:defRPr>
            </a:pPr>
            <a:r>
              <a:rPr sz="1350" b="0" i="0">
                <a:solidFill>
                  <a:srgbClr val="64748B"/>
                </a:solidFill>
                <a:latin typeface="Aptos"/>
                <a:ea typeface="Aptos"/>
                <a:cs typeface="Aptos"/>
              </a:rPr>
              <a:t>The form avoids one long settings page by splitting low-risk profile edits from password changes.</a:t>
            </a:r>
          </a:p>
        </p:txBody>
      </p:sp>
      <p:sp>
        <p:nvSpPr>
          <p:cNvPr id="4" name="">
            <a:extLst xmlns:a="http://schemas.openxmlformats.org/drawingml/2006/main">
              <a:ext uri="{FF2B5EF4-FFF2-40B4-BE49-F238E27FC236}">
                <a16:creationId xmlns:a16="http://schemas.microsoft.com/office/drawing/2014/main" id="{3DCC8426-1443-49A4-B9A1-D980EEB1CD10}"/>
              </a:ext>
            </a:extLst>
          </p:cNvPr>
          <p:cNvSpPr>
            <a:spLocks xmlns:a="http://schemas.openxmlformats.org/drawingml/2006/main" noGrp="1"/>
          </p:cNvSpPr>
          <p:nvPr/>
        </p:nvSpPr>
        <p:spPr>
          <a:xfrm xmlns:a="http://schemas.openxmlformats.org/drawingml/2006/main">
            <a:off x="1143000" y="1619250"/>
            <a:ext cx="2724150" cy="5238750"/>
          </a:xfrm>
          <a:prstGeom xmlns:a="http://schemas.openxmlformats.org/drawingml/2006/main" prst="roundRect">
            <a:avLst>
              <a:gd name="adj" fmla="val 2797"/>
            </a:avLst>
          </a:prstGeom>
          <a:solidFill xmlns:a="http://schemas.openxmlformats.org/drawingml/2006/main">
            <a:srgbClr val="10182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B62223B-0477-40A0-92DC-FFFDBB821EC2}"/>
              </a:ext>
            </a:extLst>
          </p:cNvPr>
          <p:cNvSpPr>
            <a:spLocks xmlns:a="http://schemas.openxmlformats.org/drawingml/2006/main" noGrp="1"/>
          </p:cNvSpPr>
          <p:nvPr/>
        </p:nvSpPr>
        <p:spPr>
          <a:xfrm xmlns:a="http://schemas.openxmlformats.org/drawingml/2006/main">
            <a:off x="1257300" y="1733550"/>
            <a:ext cx="2495550" cy="5010150"/>
          </a:xfrm>
          <a:prstGeom xmlns:a="http://schemas.openxmlformats.org/drawingml/2006/main" prst="roundRect">
            <a:avLst>
              <a:gd name="adj" fmla="val 3053"/>
            </a:avLst>
          </a:prstGeom>
          <a:solidFill xmlns:a="http://schemas.openxmlformats.org/drawingml/2006/main">
            <a:srgbClr val="F8FAF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85426A-39A9-446D-A42C-A1D541DE2CD9}"/>
              </a:ext>
            </a:extLst>
          </p:cNvPr>
          <p:cNvSpPr>
            <a:spLocks xmlns:a="http://schemas.openxmlformats.org/drawingml/2006/main" noGrp="1"/>
          </p:cNvSpPr>
          <p:nvPr/>
        </p:nvSpPr>
        <p:spPr>
          <a:xfrm xmlns:a="http://schemas.openxmlformats.org/drawingml/2006/main">
            <a:off x="2181225" y="1809750"/>
            <a:ext cx="647700" cy="66675"/>
          </a:xfrm>
          <a:prstGeom xmlns:a="http://schemas.openxmlformats.org/drawingml/2006/main" prst="roundRect">
            <a:avLst>
              <a:gd name="adj" fmla="val 50000"/>
            </a:avLst>
          </a:prstGeom>
          <a:solidFill xmlns:a="http://schemas.openxmlformats.org/drawingml/2006/main">
            <a:srgbClr val="11182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D96E480-0335-48FA-8729-89BF0A6026C8}"/>
              </a:ext>
            </a:extLst>
          </p:cNvPr>
          <p:cNvSpPr>
            <a:spLocks xmlns:a="http://schemas.openxmlformats.org/drawingml/2006/main" noGrp="1"/>
          </p:cNvSpPr>
          <p:nvPr/>
        </p:nvSpPr>
        <p:spPr>
          <a:xfrm xmlns:a="http://schemas.openxmlformats.org/drawingml/2006/main">
            <a:off x="1428750" y="19431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i="0">
                <a:solidFill>
                  <a:srgbClr val="111827"/>
                </a:solidFill>
                <a:latin typeface="Aptos"/>
                <a:ea typeface="Aptos"/>
                <a:cs typeface="Aptos"/>
              </a:defRPr>
            </a:pPr>
            <a:r>
              <a:rPr sz="1125" b="1" i="0">
                <a:solidFill>
                  <a:srgbClr val="111827"/>
                </a:solidFill>
                <a:latin typeface="Aptos"/>
                <a:ea typeface="Aptos"/>
                <a:cs typeface="Aptos"/>
              </a:rPr>
              <a:t>FanVerdict</a:t>
            </a:r>
          </a:p>
        </p:txBody>
      </p:sp>
      <p:sp>
        <p:nvSpPr>
          <p:cNvPr id="8" name="">
            <a:extLst xmlns:a="http://schemas.openxmlformats.org/drawingml/2006/main">
              <a:ext uri="{FF2B5EF4-FFF2-40B4-BE49-F238E27FC236}">
                <a16:creationId xmlns:a16="http://schemas.microsoft.com/office/drawing/2014/main" id="{737E4437-71BF-4CE2-ACBF-68E2090F3EEC}"/>
              </a:ext>
            </a:extLst>
          </p:cNvPr>
          <p:cNvSpPr>
            <a:spLocks xmlns:a="http://schemas.openxmlformats.org/drawingml/2006/main" noGrp="1"/>
          </p:cNvSpPr>
          <p:nvPr/>
        </p:nvSpPr>
        <p:spPr>
          <a:xfrm xmlns:a="http://schemas.openxmlformats.org/drawingml/2006/main">
            <a:off x="2952750" y="19431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825" b="1" i="0">
                <a:solidFill>
                  <a:srgbClr val="2563EB"/>
                </a:solidFill>
                <a:latin typeface="Aptos"/>
                <a:ea typeface="Aptos"/>
                <a:cs typeface="Aptos"/>
              </a:defRPr>
            </a:pPr>
            <a:r>
              <a:rPr sz="825" b="1" i="0">
                <a:solidFill>
                  <a:srgbClr val="2563EB"/>
                </a:solidFill>
                <a:latin typeface="Aptos"/>
                <a:ea typeface="Aptos"/>
                <a:cs typeface="Aptos"/>
              </a:rPr>
              <a:t>Home</a:t>
            </a:r>
          </a:p>
        </p:txBody>
      </p:sp>
      <p:sp>
        <p:nvSpPr>
          <p:cNvPr id="9" name="">
            <a:extLst xmlns:a="http://schemas.openxmlformats.org/drawingml/2006/main">
              <a:ext uri="{FF2B5EF4-FFF2-40B4-BE49-F238E27FC236}">
                <a16:creationId xmlns:a16="http://schemas.microsoft.com/office/drawing/2014/main" id="{B7000D2B-1D17-468E-A6D6-DA0B6E556F94}"/>
              </a:ext>
            </a:extLst>
          </p:cNvPr>
          <p:cNvSpPr>
            <a:spLocks xmlns:a="http://schemas.openxmlformats.org/drawingml/2006/main" noGrp="1"/>
          </p:cNvSpPr>
          <p:nvPr/>
        </p:nvSpPr>
        <p:spPr>
          <a:xfrm xmlns:a="http://schemas.openxmlformats.org/drawingml/2006/main">
            <a:off x="1428750" y="2286000"/>
            <a:ext cx="2152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Account</a:t>
            </a:r>
          </a:p>
        </p:txBody>
      </p:sp>
      <p:sp>
        <p:nvSpPr>
          <p:cNvPr id="10" name="">
            <a:extLst xmlns:a="http://schemas.openxmlformats.org/drawingml/2006/main">
              <a:ext uri="{FF2B5EF4-FFF2-40B4-BE49-F238E27FC236}">
                <a16:creationId xmlns:a16="http://schemas.microsoft.com/office/drawing/2014/main" id="{FD6BE309-7732-433A-A9FB-0C0A37EF732A}"/>
              </a:ext>
            </a:extLst>
          </p:cNvPr>
          <p:cNvSpPr>
            <a:spLocks xmlns:a="http://schemas.openxmlformats.org/drawingml/2006/main" noGrp="1"/>
          </p:cNvSpPr>
          <p:nvPr/>
        </p:nvSpPr>
        <p:spPr>
          <a:xfrm xmlns:a="http://schemas.openxmlformats.org/drawingml/2006/main">
            <a:off x="1447800" y="2667000"/>
            <a:ext cx="2114550" cy="400050"/>
          </a:xfrm>
          <a:prstGeom xmlns:a="http://schemas.openxmlformats.org/drawingml/2006/main" prst="roundRect">
            <a:avLst>
              <a:gd name="adj" fmla="val 19048"/>
            </a:avLst>
          </a:prstGeom>
          <a:solidFill xmlns:a="http://schemas.openxmlformats.org/drawingml/2006/main">
            <a:srgbClr val="F1F5F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24B5B28-B3E7-4664-B0A1-D22C00D03C1C}"/>
              </a:ext>
            </a:extLst>
          </p:cNvPr>
          <p:cNvSpPr>
            <a:spLocks xmlns:a="http://schemas.openxmlformats.org/drawingml/2006/main" noGrp="1"/>
          </p:cNvSpPr>
          <p:nvPr/>
        </p:nvSpPr>
        <p:spPr>
          <a:xfrm xmlns:a="http://schemas.openxmlformats.org/drawingml/2006/main">
            <a:off x="1485900" y="2705100"/>
            <a:ext cx="9144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DD98E58-AC86-4FA2-92F6-136491236FC6}"/>
              </a:ext>
            </a:extLst>
          </p:cNvPr>
          <p:cNvSpPr>
            <a:spLocks xmlns:a="http://schemas.openxmlformats.org/drawingml/2006/main" noGrp="1"/>
          </p:cNvSpPr>
          <p:nvPr/>
        </p:nvSpPr>
        <p:spPr>
          <a:xfrm xmlns:a="http://schemas.openxmlformats.org/drawingml/2006/main">
            <a:off x="1714500" y="2790825"/>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111827"/>
                </a:solidFill>
                <a:latin typeface="Aptos"/>
                <a:ea typeface="Aptos"/>
                <a:cs typeface="Aptos"/>
              </a:defRPr>
            </a:pPr>
            <a:r>
              <a:rPr sz="825" b="1" i="0">
                <a:solidFill>
                  <a:srgbClr val="111827"/>
                </a:solidFill>
                <a:latin typeface="Aptos"/>
                <a:ea typeface="Aptos"/>
                <a:cs typeface="Aptos"/>
              </a:rPr>
              <a:t>Profile</a:t>
            </a:r>
          </a:p>
        </p:txBody>
      </p:sp>
      <p:sp>
        <p:nvSpPr>
          <p:cNvPr id="13" name="">
            <a:extLst xmlns:a="http://schemas.openxmlformats.org/drawingml/2006/main">
              <a:ext uri="{FF2B5EF4-FFF2-40B4-BE49-F238E27FC236}">
                <a16:creationId xmlns:a16="http://schemas.microsoft.com/office/drawing/2014/main" id="{24FEF089-F515-47D6-931D-706851268437}"/>
              </a:ext>
            </a:extLst>
          </p:cNvPr>
          <p:cNvSpPr>
            <a:spLocks xmlns:a="http://schemas.openxmlformats.org/drawingml/2006/main" noGrp="1"/>
          </p:cNvSpPr>
          <p:nvPr/>
        </p:nvSpPr>
        <p:spPr>
          <a:xfrm xmlns:a="http://schemas.openxmlformats.org/drawingml/2006/main">
            <a:off x="2647950" y="2790825"/>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Password</a:t>
            </a:r>
          </a:p>
        </p:txBody>
      </p:sp>
      <p:sp>
        <p:nvSpPr>
          <p:cNvPr id="14" name="">
            <a:extLst xmlns:a="http://schemas.openxmlformats.org/drawingml/2006/main">
              <a:ext uri="{FF2B5EF4-FFF2-40B4-BE49-F238E27FC236}">
                <a16:creationId xmlns:a16="http://schemas.microsoft.com/office/drawing/2014/main" id="{1E8EA9EC-5FA7-4043-B47F-D88DAC28A769}"/>
              </a:ext>
            </a:extLst>
          </p:cNvPr>
          <p:cNvSpPr>
            <a:spLocks xmlns:a="http://schemas.openxmlformats.org/drawingml/2006/main" noGrp="1"/>
          </p:cNvSpPr>
          <p:nvPr/>
        </p:nvSpPr>
        <p:spPr>
          <a:xfrm xmlns:a="http://schemas.openxmlformats.org/drawingml/2006/main">
            <a:off x="1466850" y="3371850"/>
            <a:ext cx="2076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Display name</a:t>
            </a:r>
          </a:p>
        </p:txBody>
      </p:sp>
      <p:sp>
        <p:nvSpPr>
          <p:cNvPr id="15" name="">
            <a:extLst xmlns:a="http://schemas.openxmlformats.org/drawingml/2006/main">
              <a:ext uri="{FF2B5EF4-FFF2-40B4-BE49-F238E27FC236}">
                <a16:creationId xmlns:a16="http://schemas.microsoft.com/office/drawing/2014/main" id="{F7A4ACE2-C2B2-4977-BEBC-6E57AF691308}"/>
              </a:ext>
            </a:extLst>
          </p:cNvPr>
          <p:cNvSpPr>
            <a:spLocks xmlns:a="http://schemas.openxmlformats.org/drawingml/2006/main" noGrp="1"/>
          </p:cNvSpPr>
          <p:nvPr/>
        </p:nvSpPr>
        <p:spPr>
          <a:xfrm xmlns:a="http://schemas.openxmlformats.org/drawingml/2006/main">
            <a:off x="1466850" y="3581400"/>
            <a:ext cx="207645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16" name="">
            <a:extLst xmlns:a="http://schemas.openxmlformats.org/drawingml/2006/main">
              <a:ext uri="{FF2B5EF4-FFF2-40B4-BE49-F238E27FC236}">
                <a16:creationId xmlns:a16="http://schemas.microsoft.com/office/drawing/2014/main" id="{6CB042BA-A764-42C6-B4C8-0C17BF5DB591}"/>
              </a:ext>
            </a:extLst>
          </p:cNvPr>
          <p:cNvSpPr>
            <a:spLocks xmlns:a="http://schemas.openxmlformats.org/drawingml/2006/main" noGrp="1"/>
          </p:cNvSpPr>
          <p:nvPr/>
        </p:nvSpPr>
        <p:spPr>
          <a:xfrm xmlns:a="http://schemas.openxmlformats.org/drawingml/2006/main">
            <a:off x="1600200" y="36957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Dinesh</a:t>
            </a:r>
          </a:p>
        </p:txBody>
      </p:sp>
      <p:sp>
        <p:nvSpPr>
          <p:cNvPr id="17" name="">
            <a:extLst xmlns:a="http://schemas.openxmlformats.org/drawingml/2006/main">
              <a:ext uri="{FF2B5EF4-FFF2-40B4-BE49-F238E27FC236}">
                <a16:creationId xmlns:a16="http://schemas.microsoft.com/office/drawing/2014/main" id="{F0F2DE34-9F69-4FA8-A255-D2D27F20A8DF}"/>
              </a:ext>
            </a:extLst>
          </p:cNvPr>
          <p:cNvSpPr>
            <a:spLocks xmlns:a="http://schemas.openxmlformats.org/drawingml/2006/main" noGrp="1"/>
          </p:cNvSpPr>
          <p:nvPr/>
        </p:nvSpPr>
        <p:spPr>
          <a:xfrm xmlns:a="http://schemas.openxmlformats.org/drawingml/2006/main">
            <a:off x="1466850" y="4133850"/>
            <a:ext cx="2076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Phone / WhatsApp</a:t>
            </a:r>
          </a:p>
        </p:txBody>
      </p:sp>
      <p:sp>
        <p:nvSpPr>
          <p:cNvPr id="18" name="">
            <a:extLst xmlns:a="http://schemas.openxmlformats.org/drawingml/2006/main">
              <a:ext uri="{FF2B5EF4-FFF2-40B4-BE49-F238E27FC236}">
                <a16:creationId xmlns:a16="http://schemas.microsoft.com/office/drawing/2014/main" id="{9A8AA948-A621-4C15-A0C4-A32B646329F4}"/>
              </a:ext>
            </a:extLst>
          </p:cNvPr>
          <p:cNvSpPr>
            <a:spLocks xmlns:a="http://schemas.openxmlformats.org/drawingml/2006/main" noGrp="1"/>
          </p:cNvSpPr>
          <p:nvPr/>
        </p:nvSpPr>
        <p:spPr>
          <a:xfrm xmlns:a="http://schemas.openxmlformats.org/drawingml/2006/main">
            <a:off x="1466850" y="4343400"/>
            <a:ext cx="207645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19" name="">
            <a:extLst xmlns:a="http://schemas.openxmlformats.org/drawingml/2006/main">
              <a:ext uri="{FF2B5EF4-FFF2-40B4-BE49-F238E27FC236}">
                <a16:creationId xmlns:a16="http://schemas.microsoft.com/office/drawing/2014/main" id="{C672EB5F-B3F0-416D-9312-CAAEDE8371CD}"/>
              </a:ext>
            </a:extLst>
          </p:cNvPr>
          <p:cNvSpPr>
            <a:spLocks xmlns:a="http://schemas.openxmlformats.org/drawingml/2006/main" noGrp="1"/>
          </p:cNvSpPr>
          <p:nvPr/>
        </p:nvSpPr>
        <p:spPr>
          <a:xfrm xmlns:a="http://schemas.openxmlformats.org/drawingml/2006/main">
            <a:off x="1600200" y="44577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+1 555 0100</a:t>
            </a:r>
          </a:p>
        </p:txBody>
      </p:sp>
      <p:sp>
        <p:nvSpPr>
          <p:cNvPr id="20" name="">
            <a:extLst xmlns:a="http://schemas.openxmlformats.org/drawingml/2006/main">
              <a:ext uri="{FF2B5EF4-FFF2-40B4-BE49-F238E27FC236}">
                <a16:creationId xmlns:a16="http://schemas.microsoft.com/office/drawing/2014/main" id="{A4B2D2DE-C358-4D8A-A353-3E0E6FEE65AD}"/>
              </a:ext>
            </a:extLst>
          </p:cNvPr>
          <p:cNvSpPr>
            <a:spLocks xmlns:a="http://schemas.openxmlformats.org/drawingml/2006/main" noGrp="1"/>
          </p:cNvSpPr>
          <p:nvPr/>
        </p:nvSpPr>
        <p:spPr>
          <a:xfrm xmlns:a="http://schemas.openxmlformats.org/drawingml/2006/main">
            <a:off x="1466850" y="4895850"/>
            <a:ext cx="2076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Receive alerts by</a:t>
            </a:r>
          </a:p>
        </p:txBody>
      </p:sp>
      <p:sp>
        <p:nvSpPr>
          <p:cNvPr id="21" name="">
            <a:extLst xmlns:a="http://schemas.openxmlformats.org/drawingml/2006/main">
              <a:ext uri="{FF2B5EF4-FFF2-40B4-BE49-F238E27FC236}">
                <a16:creationId xmlns:a16="http://schemas.microsoft.com/office/drawing/2014/main" id="{05E9BC5C-A506-4022-8614-E469A47CCA76}"/>
              </a:ext>
            </a:extLst>
          </p:cNvPr>
          <p:cNvSpPr>
            <a:spLocks xmlns:a="http://schemas.openxmlformats.org/drawingml/2006/main" noGrp="1"/>
          </p:cNvSpPr>
          <p:nvPr/>
        </p:nvSpPr>
        <p:spPr>
          <a:xfrm xmlns:a="http://schemas.openxmlformats.org/drawingml/2006/main">
            <a:off x="1466850" y="5105400"/>
            <a:ext cx="207645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22" name="">
            <a:extLst xmlns:a="http://schemas.openxmlformats.org/drawingml/2006/main">
              <a:ext uri="{FF2B5EF4-FFF2-40B4-BE49-F238E27FC236}">
                <a16:creationId xmlns:a16="http://schemas.microsoft.com/office/drawing/2014/main" id="{D2446BFC-CA5D-42AB-82F1-8F90A7F01138}"/>
              </a:ext>
            </a:extLst>
          </p:cNvPr>
          <p:cNvSpPr>
            <a:spLocks xmlns:a="http://schemas.openxmlformats.org/drawingml/2006/main" noGrp="1"/>
          </p:cNvSpPr>
          <p:nvPr/>
        </p:nvSpPr>
        <p:spPr>
          <a:xfrm xmlns:a="http://schemas.openxmlformats.org/drawingml/2006/main">
            <a:off x="1600200" y="52197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Email only  v</a:t>
            </a:r>
          </a:p>
        </p:txBody>
      </p:sp>
      <p:sp>
        <p:nvSpPr>
          <p:cNvPr id="23" name="">
            <a:extLst xmlns:a="http://schemas.openxmlformats.org/drawingml/2006/main">
              <a:ext uri="{FF2B5EF4-FFF2-40B4-BE49-F238E27FC236}">
                <a16:creationId xmlns:a16="http://schemas.microsoft.com/office/drawing/2014/main" id="{10118ACF-317B-46A7-AD4B-E210E283CC8F}"/>
              </a:ext>
            </a:extLst>
          </p:cNvPr>
          <p:cNvSpPr>
            <a:spLocks xmlns:a="http://schemas.openxmlformats.org/drawingml/2006/main" noGrp="1"/>
          </p:cNvSpPr>
          <p:nvPr/>
        </p:nvSpPr>
        <p:spPr>
          <a:xfrm xmlns:a="http://schemas.openxmlformats.org/drawingml/2006/main">
            <a:off x="1466850" y="5905500"/>
            <a:ext cx="2076450" cy="438150"/>
          </a:xfrm>
          <a:prstGeom xmlns:a="http://schemas.openxmlformats.org/drawingml/2006/main" prst="roundRect">
            <a:avLst>
              <a:gd name="adj" fmla="val 17391"/>
            </a:avLst>
          </a:prstGeom>
          <a:solidFill xmlns:a="http://schemas.openxmlformats.org/drawingml/2006/main">
            <a:srgbClr val="2563EB"/>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Save</a:t>
            </a:r>
          </a:p>
        </p:txBody>
      </p:sp>
      <p:sp>
        <p:nvSpPr>
          <p:cNvPr id="24" name="">
            <a:extLst xmlns:a="http://schemas.openxmlformats.org/drawingml/2006/main">
              <a:ext uri="{FF2B5EF4-FFF2-40B4-BE49-F238E27FC236}">
                <a16:creationId xmlns:a16="http://schemas.microsoft.com/office/drawing/2014/main" id="{C0302CEF-415F-4412-88B2-9310B3DB0256}"/>
              </a:ext>
            </a:extLst>
          </p:cNvPr>
          <p:cNvSpPr>
            <a:spLocks xmlns:a="http://schemas.openxmlformats.org/drawingml/2006/main" noGrp="1"/>
          </p:cNvSpPr>
          <p:nvPr/>
        </p:nvSpPr>
        <p:spPr>
          <a:xfrm xmlns:a="http://schemas.openxmlformats.org/drawingml/2006/main">
            <a:off x="4810125" y="1924050"/>
            <a:ext cx="2571750" cy="4810125"/>
          </a:xfrm>
          <a:prstGeom xmlns:a="http://schemas.openxmlformats.org/drawingml/2006/main" prst="roundRect">
            <a:avLst>
              <a:gd name="adj" fmla="val 2963"/>
            </a:avLst>
          </a:prstGeom>
          <a:solidFill xmlns:a="http://schemas.openxmlformats.org/drawingml/2006/main">
            <a:srgbClr val="10182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CACD59E-285C-45FF-A43F-6232520696F2}"/>
              </a:ext>
            </a:extLst>
          </p:cNvPr>
          <p:cNvSpPr>
            <a:spLocks xmlns:a="http://schemas.openxmlformats.org/drawingml/2006/main" noGrp="1"/>
          </p:cNvSpPr>
          <p:nvPr/>
        </p:nvSpPr>
        <p:spPr>
          <a:xfrm xmlns:a="http://schemas.openxmlformats.org/drawingml/2006/main">
            <a:off x="4924425" y="2038350"/>
            <a:ext cx="2343150" cy="4581525"/>
          </a:xfrm>
          <a:prstGeom xmlns:a="http://schemas.openxmlformats.org/drawingml/2006/main" prst="roundRect">
            <a:avLst>
              <a:gd name="adj" fmla="val 3252"/>
            </a:avLst>
          </a:prstGeom>
          <a:solidFill xmlns:a="http://schemas.openxmlformats.org/drawingml/2006/main">
            <a:srgbClr val="FFFFF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EAA9F30-E46D-4C32-A731-03AE92C0C2DB}"/>
              </a:ext>
            </a:extLst>
          </p:cNvPr>
          <p:cNvSpPr>
            <a:spLocks xmlns:a="http://schemas.openxmlformats.org/drawingml/2006/main" noGrp="1"/>
          </p:cNvSpPr>
          <p:nvPr/>
        </p:nvSpPr>
        <p:spPr>
          <a:xfrm xmlns:a="http://schemas.openxmlformats.org/drawingml/2006/main">
            <a:off x="5772150" y="2114550"/>
            <a:ext cx="647700" cy="66675"/>
          </a:xfrm>
          <a:prstGeom xmlns:a="http://schemas.openxmlformats.org/drawingml/2006/main" prst="roundRect">
            <a:avLst>
              <a:gd name="adj" fmla="val 50000"/>
            </a:avLst>
          </a:prstGeom>
          <a:solidFill xmlns:a="http://schemas.openxmlformats.org/drawingml/2006/main">
            <a:srgbClr val="11182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A610005-2F16-42D9-9DB6-364C31D11266}"/>
              </a:ext>
            </a:extLst>
          </p:cNvPr>
          <p:cNvSpPr>
            <a:spLocks xmlns:a="http://schemas.openxmlformats.org/drawingml/2006/main" noGrp="1"/>
          </p:cNvSpPr>
          <p:nvPr/>
        </p:nvSpPr>
        <p:spPr>
          <a:xfrm xmlns:a="http://schemas.openxmlformats.org/drawingml/2006/main">
            <a:off x="5095875" y="2247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i="0">
                <a:solidFill>
                  <a:srgbClr val="111827"/>
                </a:solidFill>
                <a:latin typeface="Aptos"/>
                <a:ea typeface="Aptos"/>
                <a:cs typeface="Aptos"/>
              </a:defRPr>
            </a:pPr>
            <a:r>
              <a:rPr sz="1125" b="1" i="0">
                <a:solidFill>
                  <a:srgbClr val="111827"/>
                </a:solidFill>
                <a:latin typeface="Aptos"/>
                <a:ea typeface="Aptos"/>
                <a:cs typeface="Aptos"/>
              </a:rPr>
              <a:t>FanVerdict</a:t>
            </a:r>
          </a:p>
        </p:txBody>
      </p:sp>
      <p:sp>
        <p:nvSpPr>
          <p:cNvPr id="28" name="">
            <a:extLst xmlns:a="http://schemas.openxmlformats.org/drawingml/2006/main">
              <a:ext uri="{FF2B5EF4-FFF2-40B4-BE49-F238E27FC236}">
                <a16:creationId xmlns:a16="http://schemas.microsoft.com/office/drawing/2014/main" id="{FD6D1BF2-9BF7-46FD-ACDD-2D321B197030}"/>
              </a:ext>
            </a:extLst>
          </p:cNvPr>
          <p:cNvSpPr>
            <a:spLocks xmlns:a="http://schemas.openxmlformats.org/drawingml/2006/main" noGrp="1"/>
          </p:cNvSpPr>
          <p:nvPr/>
        </p:nvSpPr>
        <p:spPr>
          <a:xfrm xmlns:a="http://schemas.openxmlformats.org/drawingml/2006/main">
            <a:off x="6467475" y="22479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825" b="1" i="0">
                <a:solidFill>
                  <a:srgbClr val="2563EB"/>
                </a:solidFill>
                <a:latin typeface="Aptos"/>
                <a:ea typeface="Aptos"/>
                <a:cs typeface="Aptos"/>
              </a:defRPr>
            </a:pPr>
            <a:r>
              <a:rPr sz="825" b="1" i="0">
                <a:solidFill>
                  <a:srgbClr val="2563EB"/>
                </a:solidFill>
                <a:latin typeface="Aptos"/>
                <a:ea typeface="Aptos"/>
                <a:cs typeface="Aptos"/>
              </a:rPr>
              <a:t>Home</a:t>
            </a:r>
          </a:p>
        </p:txBody>
      </p:sp>
      <p:sp>
        <p:nvSpPr>
          <p:cNvPr id="29" name="">
            <a:extLst xmlns:a="http://schemas.openxmlformats.org/drawingml/2006/main">
              <a:ext uri="{FF2B5EF4-FFF2-40B4-BE49-F238E27FC236}">
                <a16:creationId xmlns:a16="http://schemas.microsoft.com/office/drawing/2014/main" id="{D071BF71-5877-444B-A30C-202A794CD432}"/>
              </a:ext>
            </a:extLst>
          </p:cNvPr>
          <p:cNvSpPr>
            <a:spLocks xmlns:a="http://schemas.openxmlformats.org/drawingml/2006/main" noGrp="1"/>
          </p:cNvSpPr>
          <p:nvPr/>
        </p:nvSpPr>
        <p:spPr>
          <a:xfrm xmlns:a="http://schemas.openxmlformats.org/drawingml/2006/main">
            <a:off x="5095875" y="25908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Account</a:t>
            </a:r>
          </a:p>
        </p:txBody>
      </p:sp>
      <p:sp>
        <p:nvSpPr>
          <p:cNvPr id="30" name="">
            <a:extLst xmlns:a="http://schemas.openxmlformats.org/drawingml/2006/main">
              <a:ext uri="{FF2B5EF4-FFF2-40B4-BE49-F238E27FC236}">
                <a16:creationId xmlns:a16="http://schemas.microsoft.com/office/drawing/2014/main" id="{D98A751E-1B17-4E48-82C3-54339F50360F}"/>
              </a:ext>
            </a:extLst>
          </p:cNvPr>
          <p:cNvSpPr>
            <a:spLocks xmlns:a="http://schemas.openxmlformats.org/drawingml/2006/main" noGrp="1"/>
          </p:cNvSpPr>
          <p:nvPr/>
        </p:nvSpPr>
        <p:spPr>
          <a:xfrm xmlns:a="http://schemas.openxmlformats.org/drawingml/2006/main">
            <a:off x="5114925" y="2971800"/>
            <a:ext cx="1962150" cy="400050"/>
          </a:xfrm>
          <a:prstGeom xmlns:a="http://schemas.openxmlformats.org/drawingml/2006/main" prst="roundRect">
            <a:avLst>
              <a:gd name="adj" fmla="val 19048"/>
            </a:avLst>
          </a:prstGeom>
          <a:solidFill xmlns:a="http://schemas.openxmlformats.org/drawingml/2006/main">
            <a:srgbClr val="F1F5F9"/>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1FFFA54-49CB-4F71-8493-8F91F53A2AC4}"/>
              </a:ext>
            </a:extLst>
          </p:cNvPr>
          <p:cNvSpPr>
            <a:spLocks xmlns:a="http://schemas.openxmlformats.org/drawingml/2006/main" noGrp="1"/>
          </p:cNvSpPr>
          <p:nvPr/>
        </p:nvSpPr>
        <p:spPr>
          <a:xfrm xmlns:a="http://schemas.openxmlformats.org/drawingml/2006/main">
            <a:off x="6124575" y="3009900"/>
            <a:ext cx="9144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183D844-EFB3-48CB-B4F6-C3D113094E36}"/>
              </a:ext>
            </a:extLst>
          </p:cNvPr>
          <p:cNvSpPr>
            <a:spLocks xmlns:a="http://schemas.openxmlformats.org/drawingml/2006/main" noGrp="1"/>
          </p:cNvSpPr>
          <p:nvPr/>
        </p:nvSpPr>
        <p:spPr>
          <a:xfrm xmlns:a="http://schemas.openxmlformats.org/drawingml/2006/main">
            <a:off x="5343525" y="3095625"/>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Profile</a:t>
            </a:r>
          </a:p>
        </p:txBody>
      </p:sp>
      <p:sp>
        <p:nvSpPr>
          <p:cNvPr id="33" name="">
            <a:extLst xmlns:a="http://schemas.openxmlformats.org/drawingml/2006/main">
              <a:ext uri="{FF2B5EF4-FFF2-40B4-BE49-F238E27FC236}">
                <a16:creationId xmlns:a16="http://schemas.microsoft.com/office/drawing/2014/main" id="{50B271C4-DFC9-45F1-A98C-F43EDBF3C00E}"/>
              </a:ext>
            </a:extLst>
          </p:cNvPr>
          <p:cNvSpPr>
            <a:spLocks xmlns:a="http://schemas.openxmlformats.org/drawingml/2006/main" noGrp="1"/>
          </p:cNvSpPr>
          <p:nvPr/>
        </p:nvSpPr>
        <p:spPr>
          <a:xfrm xmlns:a="http://schemas.openxmlformats.org/drawingml/2006/main">
            <a:off x="6296025" y="3095625"/>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111827"/>
                </a:solidFill>
                <a:latin typeface="Aptos"/>
                <a:ea typeface="Aptos"/>
                <a:cs typeface="Aptos"/>
              </a:defRPr>
            </a:pPr>
            <a:r>
              <a:rPr sz="825" b="1" i="0">
                <a:solidFill>
                  <a:srgbClr val="111827"/>
                </a:solidFill>
                <a:latin typeface="Aptos"/>
                <a:ea typeface="Aptos"/>
                <a:cs typeface="Aptos"/>
              </a:rPr>
              <a:t>Password</a:t>
            </a:r>
          </a:p>
        </p:txBody>
      </p:sp>
      <p:sp>
        <p:nvSpPr>
          <p:cNvPr id="34" name="">
            <a:extLst xmlns:a="http://schemas.openxmlformats.org/drawingml/2006/main">
              <a:ext uri="{FF2B5EF4-FFF2-40B4-BE49-F238E27FC236}">
                <a16:creationId xmlns:a16="http://schemas.microsoft.com/office/drawing/2014/main" id="{5537ACD3-1DC4-4EC5-89C1-A1825525A8E9}"/>
              </a:ext>
            </a:extLst>
          </p:cNvPr>
          <p:cNvSpPr>
            <a:spLocks xmlns:a="http://schemas.openxmlformats.org/drawingml/2006/main" noGrp="1"/>
          </p:cNvSpPr>
          <p:nvPr/>
        </p:nvSpPr>
        <p:spPr>
          <a:xfrm xmlns:a="http://schemas.openxmlformats.org/drawingml/2006/main">
            <a:off x="5133975" y="3714750"/>
            <a:ext cx="1924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New password</a:t>
            </a:r>
          </a:p>
        </p:txBody>
      </p:sp>
      <p:sp>
        <p:nvSpPr>
          <p:cNvPr id="35" name="">
            <a:extLst xmlns:a="http://schemas.openxmlformats.org/drawingml/2006/main">
              <a:ext uri="{FF2B5EF4-FFF2-40B4-BE49-F238E27FC236}">
                <a16:creationId xmlns:a16="http://schemas.microsoft.com/office/drawing/2014/main" id="{30D40BCE-2BFC-40CC-8BD5-0771BFDA764C}"/>
              </a:ext>
            </a:extLst>
          </p:cNvPr>
          <p:cNvSpPr>
            <a:spLocks xmlns:a="http://schemas.openxmlformats.org/drawingml/2006/main" noGrp="1"/>
          </p:cNvSpPr>
          <p:nvPr/>
        </p:nvSpPr>
        <p:spPr>
          <a:xfrm xmlns:a="http://schemas.openxmlformats.org/drawingml/2006/main">
            <a:off x="5133975" y="3924300"/>
            <a:ext cx="192405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36" name="">
            <a:extLst xmlns:a="http://schemas.openxmlformats.org/drawingml/2006/main">
              <a:ext uri="{FF2B5EF4-FFF2-40B4-BE49-F238E27FC236}">
                <a16:creationId xmlns:a16="http://schemas.microsoft.com/office/drawing/2014/main" id="{E3A48085-C8FD-4C8B-AEAE-69320C769FB4}"/>
              </a:ext>
            </a:extLst>
          </p:cNvPr>
          <p:cNvSpPr>
            <a:spLocks xmlns:a="http://schemas.openxmlformats.org/drawingml/2006/main" noGrp="1"/>
          </p:cNvSpPr>
          <p:nvPr/>
        </p:nvSpPr>
        <p:spPr>
          <a:xfrm xmlns:a="http://schemas.openxmlformats.org/drawingml/2006/main">
            <a:off x="5267325" y="4038600"/>
            <a:ext cx="1657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At least 6 chars</a:t>
            </a:r>
          </a:p>
        </p:txBody>
      </p:sp>
      <p:sp>
        <p:nvSpPr>
          <p:cNvPr id="37" name="">
            <a:extLst xmlns:a="http://schemas.openxmlformats.org/drawingml/2006/main">
              <a:ext uri="{FF2B5EF4-FFF2-40B4-BE49-F238E27FC236}">
                <a16:creationId xmlns:a16="http://schemas.microsoft.com/office/drawing/2014/main" id="{28672863-6D71-4798-B894-F23C2CA07716}"/>
              </a:ext>
            </a:extLst>
          </p:cNvPr>
          <p:cNvSpPr>
            <a:spLocks xmlns:a="http://schemas.openxmlformats.org/drawingml/2006/main" noGrp="1"/>
          </p:cNvSpPr>
          <p:nvPr/>
        </p:nvSpPr>
        <p:spPr>
          <a:xfrm xmlns:a="http://schemas.openxmlformats.org/drawingml/2006/main">
            <a:off x="5133975" y="4476750"/>
            <a:ext cx="1924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Confirm password</a:t>
            </a:r>
          </a:p>
        </p:txBody>
      </p:sp>
      <p:sp>
        <p:nvSpPr>
          <p:cNvPr id="38" name="">
            <a:extLst xmlns:a="http://schemas.openxmlformats.org/drawingml/2006/main">
              <a:ext uri="{FF2B5EF4-FFF2-40B4-BE49-F238E27FC236}">
                <a16:creationId xmlns:a16="http://schemas.microsoft.com/office/drawing/2014/main" id="{9DE33B78-E4C1-4BAB-95CC-11C68655CD54}"/>
              </a:ext>
            </a:extLst>
          </p:cNvPr>
          <p:cNvSpPr>
            <a:spLocks xmlns:a="http://schemas.openxmlformats.org/drawingml/2006/main" noGrp="1"/>
          </p:cNvSpPr>
          <p:nvPr/>
        </p:nvSpPr>
        <p:spPr>
          <a:xfrm xmlns:a="http://schemas.openxmlformats.org/drawingml/2006/main">
            <a:off x="5133975" y="4686300"/>
            <a:ext cx="192405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39" name="">
            <a:extLst xmlns:a="http://schemas.openxmlformats.org/drawingml/2006/main">
              <a:ext uri="{FF2B5EF4-FFF2-40B4-BE49-F238E27FC236}">
                <a16:creationId xmlns:a16="http://schemas.microsoft.com/office/drawing/2014/main" id="{540A00C7-3256-4E64-A63A-ADD22B5415A6}"/>
              </a:ext>
            </a:extLst>
          </p:cNvPr>
          <p:cNvSpPr>
            <a:spLocks xmlns:a="http://schemas.openxmlformats.org/drawingml/2006/main" noGrp="1"/>
          </p:cNvSpPr>
          <p:nvPr/>
        </p:nvSpPr>
        <p:spPr>
          <a:xfrm xmlns:a="http://schemas.openxmlformats.org/drawingml/2006/main">
            <a:off x="5267325" y="4800600"/>
            <a:ext cx="1657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Re-enter password</a:t>
            </a:r>
          </a:p>
        </p:txBody>
      </p:sp>
      <p:sp>
        <p:nvSpPr>
          <p:cNvPr id="40" name="">
            <a:extLst xmlns:a="http://schemas.openxmlformats.org/drawingml/2006/main">
              <a:ext uri="{FF2B5EF4-FFF2-40B4-BE49-F238E27FC236}">
                <a16:creationId xmlns:a16="http://schemas.microsoft.com/office/drawing/2014/main" id="{DFD5F612-97E5-4EB9-86C7-EDC611D6B898}"/>
              </a:ext>
            </a:extLst>
          </p:cNvPr>
          <p:cNvSpPr>
            <a:spLocks xmlns:a="http://schemas.openxmlformats.org/drawingml/2006/main" noGrp="1"/>
          </p:cNvSpPr>
          <p:nvPr/>
        </p:nvSpPr>
        <p:spPr>
          <a:xfrm xmlns:a="http://schemas.openxmlformats.org/drawingml/2006/main">
            <a:off x="5133975" y="5514975"/>
            <a:ext cx="1924050" cy="438150"/>
          </a:xfrm>
          <a:prstGeom xmlns:a="http://schemas.openxmlformats.org/drawingml/2006/main" prst="roundRect">
            <a:avLst>
              <a:gd name="adj" fmla="val 17391"/>
            </a:avLst>
          </a:prstGeom>
          <a:solidFill xmlns:a="http://schemas.openxmlformats.org/drawingml/2006/main">
            <a:srgbClr val="0F172A"/>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Update password</a:t>
            </a:r>
          </a:p>
        </p:txBody>
      </p:sp>
      <p:sp>
        <p:nvSpPr>
          <p:cNvPr id="41" name="">
            <a:extLst xmlns:a="http://schemas.openxmlformats.org/drawingml/2006/main">
              <a:ext uri="{FF2B5EF4-FFF2-40B4-BE49-F238E27FC236}">
                <a16:creationId xmlns:a16="http://schemas.microsoft.com/office/drawing/2014/main" id="{FEEEAEE0-D8C5-4605-9E83-4131CDBBC4A0}"/>
              </a:ext>
            </a:extLst>
          </p:cNvPr>
          <p:cNvSpPr>
            <a:spLocks xmlns:a="http://schemas.openxmlformats.org/drawingml/2006/main" noGrp="1"/>
          </p:cNvSpPr>
          <p:nvPr/>
        </p:nvSpPr>
        <p:spPr>
          <a:xfrm xmlns:a="http://schemas.openxmlformats.org/drawingml/2006/main">
            <a:off x="8286750" y="2343150"/>
            <a:ext cx="2571750" cy="295275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E5EAF2"/>
            </a:solidFill>
          </a:ln>
        </p:spPr>
      </p:sp>
      <p:sp>
        <p:nvSpPr>
          <p:cNvPr id="42" name="">
            <a:extLst xmlns:a="http://schemas.openxmlformats.org/drawingml/2006/main">
              <a:ext uri="{FF2B5EF4-FFF2-40B4-BE49-F238E27FC236}">
                <a16:creationId xmlns:a16="http://schemas.microsoft.com/office/drawing/2014/main" id="{B073C653-E89A-4547-A60F-440089C10605}"/>
              </a:ext>
            </a:extLst>
          </p:cNvPr>
          <p:cNvSpPr>
            <a:spLocks xmlns:a="http://schemas.openxmlformats.org/drawingml/2006/main" noGrp="1"/>
          </p:cNvSpPr>
          <p:nvPr/>
        </p:nvSpPr>
        <p:spPr>
          <a:xfrm xmlns:a="http://schemas.openxmlformats.org/drawingml/2006/main">
            <a:off x="8610600" y="26670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i="0">
                <a:solidFill>
                  <a:srgbClr val="111827"/>
                </a:solidFill>
                <a:latin typeface="Aptos"/>
                <a:ea typeface="Aptos"/>
                <a:cs typeface="Aptos"/>
              </a:defRPr>
            </a:pPr>
            <a:r>
              <a:rPr sz="1800" b="1" i="0">
                <a:solidFill>
                  <a:srgbClr val="111827"/>
                </a:solidFill>
                <a:latin typeface="Aptos"/>
                <a:ea typeface="Aptos"/>
                <a:cs typeface="Aptos"/>
              </a:rPr>
              <a:t>Mobile rule</a:t>
            </a:r>
          </a:p>
        </p:txBody>
      </p:sp>
      <p:sp>
        <p:nvSpPr>
          <p:cNvPr id="43" name="">
            <a:extLst xmlns:a="http://schemas.openxmlformats.org/drawingml/2006/main">
              <a:ext uri="{FF2B5EF4-FFF2-40B4-BE49-F238E27FC236}">
                <a16:creationId xmlns:a16="http://schemas.microsoft.com/office/drawing/2014/main" id="{C0C0FC3E-F08A-4B79-BE0C-14180271E04B}"/>
              </a:ext>
            </a:extLst>
          </p:cNvPr>
          <p:cNvSpPr>
            <a:spLocks xmlns:a="http://schemas.openxmlformats.org/drawingml/2006/main" noGrp="1"/>
          </p:cNvSpPr>
          <p:nvPr/>
        </p:nvSpPr>
        <p:spPr>
          <a:xfrm xmlns:a="http://schemas.openxmlformats.org/drawingml/2006/main">
            <a:off x="8610600" y="3143250"/>
            <a:ext cx="1790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i="0">
                <a:solidFill>
                  <a:srgbClr val="1E293B"/>
                </a:solidFill>
                <a:latin typeface="Aptos"/>
                <a:ea typeface="Aptos"/>
                <a:cs typeface="Aptos"/>
              </a:defRPr>
            </a:pPr>
            <a:r>
              <a:rPr sz="1275" b="0" i="0">
                <a:solidFill>
                  <a:srgbClr val="1E293B"/>
                </a:solidFill>
                <a:latin typeface="Aptos"/>
                <a:ea typeface="Aptos"/>
                <a:cs typeface="Aptos"/>
              </a:rPr>
              <a:t>Short forms should feel calm. Put the primary save button in the same place every time and let picker sheets handle option lists.</a:t>
            </a:r>
          </a:p>
        </p:txBody>
      </p:sp>
      <p:sp>
        <p:nvSpPr>
          <p:cNvPr id="44" name="">
            <a:extLst xmlns:a="http://schemas.openxmlformats.org/drawingml/2006/main">
              <a:ext uri="{FF2B5EF4-FFF2-40B4-BE49-F238E27FC236}">
                <a16:creationId xmlns:a16="http://schemas.microsoft.com/office/drawing/2014/main" id="{8725ED91-5A28-46DC-8FE6-3909BA6DC674}"/>
              </a:ext>
            </a:extLst>
          </p:cNvPr>
          <p:cNvSpPr>
            <a:spLocks xmlns:a="http://schemas.openxmlformats.org/drawingml/2006/main" noGrp="1"/>
          </p:cNvSpPr>
          <p:nvPr/>
        </p:nvSpPr>
        <p:spPr>
          <a:xfrm xmlns:a="http://schemas.openxmlformats.org/drawingml/2006/main">
            <a:off x="8610600" y="4514850"/>
            <a:ext cx="1066800" cy="285750"/>
          </a:xfrm>
          <a:prstGeom xmlns:a="http://schemas.openxmlformats.org/drawingml/2006/main" prst="roundRect">
            <a:avLst>
              <a:gd name="adj" fmla="val 26667"/>
            </a:avLst>
          </a:prstGeom>
          <a:solidFill xmlns:a="http://schemas.openxmlformats.org/drawingml/2006/main">
            <a:srgbClr val="DBEAFE"/>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1D4ED8"/>
                </a:solidFill>
                <a:latin typeface="Aptos"/>
                <a:ea typeface="Aptos"/>
                <a:cs typeface="Aptos"/>
              </a:defRPr>
            </a:pPr>
            <a:r>
              <a:rPr sz="975" b="1">
                <a:solidFill>
                  <a:srgbClr val="1D4ED8"/>
                </a:solidFill>
                <a:latin typeface="Aptos"/>
                <a:ea typeface="Aptos"/>
                <a:cs typeface="Aptos"/>
              </a:rPr>
              <a:t>Sticky save</a:t>
            </a:r>
          </a:p>
        </p:txBody>
      </p:sp>
      <p:sp>
        <p:nvSpPr>
          <p:cNvPr id="45" name="">
            <a:extLst xmlns:a="http://schemas.openxmlformats.org/drawingml/2006/main">
              <a:ext uri="{FF2B5EF4-FFF2-40B4-BE49-F238E27FC236}">
                <a16:creationId xmlns:a16="http://schemas.microsoft.com/office/drawing/2014/main" id="{1CB99269-D7C0-4212-AC14-9C4ADCF551F3}"/>
              </a:ext>
            </a:extLst>
          </p:cNvPr>
          <p:cNvSpPr>
            <a:spLocks xmlns:a="http://schemas.openxmlformats.org/drawingml/2006/main" noGrp="1"/>
          </p:cNvSpPr>
          <p:nvPr/>
        </p:nvSpPr>
        <p:spPr>
          <a:xfrm xmlns:a="http://schemas.openxmlformats.org/drawingml/2006/main">
            <a:off x="11125200" y="61912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200" b="1" i="0">
                <a:solidFill>
                  <a:srgbClr val="64748B"/>
                </a:solidFill>
                <a:latin typeface="Aptos"/>
                <a:ea typeface="Aptos"/>
                <a:cs typeface="Aptos"/>
              </a:defRPr>
            </a:pPr>
            <a:r>
              <a:rPr sz="1200" b="1" i="0">
                <a:solidFill>
                  <a:srgbClr val="64748B"/>
                </a:solidFill>
                <a:latin typeface="Aptos"/>
                <a:ea typeface="Aptos"/>
                <a:cs typeface="Aptos"/>
              </a:rPr>
              <a:t>06</a:t>
            </a:r>
          </a:p>
        </p:txBody>
      </p:sp>
    </p:spTree>
    <p:extLst>
      <p:ext uri="{BB962C8B-B14F-4D97-AF65-F5344CB8AC3E}">
        <p14:creationId xmlns:p14="http://schemas.microsoft.com/office/powerpoint/2010/main" val="454693172"/>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C0EB7F3-279F-4893-BDD2-CC039C47748C}"/>
              </a:ext>
            </a:extLst>
          </p:cNvPr>
          <p:cNvSpPr>
            <a:spLocks xmlns:a="http://schemas.openxmlformats.org/drawingml/2006/main" noGrp="1"/>
          </p:cNvSpPr>
          <p:nvPr/>
        </p:nvSpPr>
        <p:spPr>
          <a:xfrm xmlns:a="http://schemas.openxmlformats.org/drawingml/2006/main">
            <a:off x="609600" y="4572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2563EB"/>
                </a:solidFill>
                <a:latin typeface="Aptos"/>
                <a:ea typeface="Aptos"/>
                <a:cs typeface="Aptos"/>
              </a:defRPr>
            </a:pPr>
            <a:r>
              <a:rPr sz="1050" b="1" i="0">
                <a:solidFill>
                  <a:srgbClr val="2563EB"/>
                </a:solidFill>
                <a:latin typeface="Aptos"/>
                <a:ea typeface="Aptos"/>
                <a:cs typeface="Aptos"/>
              </a:rPr>
              <a:t>ADMIN CLAIM REVIEW</a:t>
            </a:r>
          </a:p>
        </p:txBody>
      </p:sp>
      <p:sp>
        <p:nvSpPr>
          <p:cNvPr id="2" name="">
            <a:extLst xmlns:a="http://schemas.openxmlformats.org/drawingml/2006/main">
              <a:ext uri="{FF2B5EF4-FFF2-40B4-BE49-F238E27FC236}">
                <a16:creationId xmlns:a16="http://schemas.microsoft.com/office/drawing/2014/main" id="{F6B1EC40-F3B5-4C13-A6AC-00F4754EE3CB}"/>
              </a:ext>
            </a:extLst>
          </p:cNvPr>
          <p:cNvSpPr>
            <a:spLocks xmlns:a="http://schemas.openxmlformats.org/drawingml/2006/main" noGrp="1"/>
          </p:cNvSpPr>
          <p:nvPr/>
        </p:nvSpPr>
        <p:spPr>
          <a:xfrm xmlns:a="http://schemas.openxmlformats.org/drawingml/2006/main">
            <a:off x="609600" y="742950"/>
            <a:ext cx="704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150" b="1" i="0">
                <a:solidFill>
                  <a:srgbClr val="111827"/>
                </a:solidFill>
                <a:latin typeface="Aptos"/>
                <a:ea typeface="Aptos"/>
                <a:cs typeface="Aptos"/>
              </a:defRPr>
            </a:pPr>
            <a:r>
              <a:rPr sz="3150" b="1" i="0">
                <a:solidFill>
                  <a:srgbClr val="111827"/>
                </a:solidFill>
                <a:latin typeface="Aptos"/>
                <a:ea typeface="Aptos"/>
                <a:cs typeface="Aptos"/>
              </a:rPr>
              <a:t>Approval is a lightweight queue, not a table</a:t>
            </a:r>
          </a:p>
        </p:txBody>
      </p:sp>
      <p:sp>
        <p:nvSpPr>
          <p:cNvPr id="3" name="">
            <a:extLst xmlns:a="http://schemas.openxmlformats.org/drawingml/2006/main">
              <a:ext uri="{FF2B5EF4-FFF2-40B4-BE49-F238E27FC236}">
                <a16:creationId xmlns:a16="http://schemas.microsoft.com/office/drawing/2014/main" id="{F59CDE1A-6F71-404F-A5C4-787475D03749}"/>
              </a:ext>
            </a:extLst>
          </p:cNvPr>
          <p:cNvSpPr>
            <a:spLocks xmlns:a="http://schemas.openxmlformats.org/drawingml/2006/main" noGrp="1"/>
          </p:cNvSpPr>
          <p:nvPr/>
        </p:nvSpPr>
        <p:spPr>
          <a:xfrm xmlns:a="http://schemas.openxmlformats.org/drawingml/2006/main">
            <a:off x="609600" y="1695450"/>
            <a:ext cx="590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i="0">
                <a:solidFill>
                  <a:srgbClr val="64748B"/>
                </a:solidFill>
                <a:latin typeface="Aptos"/>
                <a:ea typeface="Aptos"/>
                <a:cs typeface="Aptos"/>
              </a:defRPr>
            </a:pPr>
            <a:r>
              <a:rPr sz="1350" b="0" i="0">
                <a:solidFill>
                  <a:srgbClr val="64748B"/>
                </a:solidFill>
                <a:latin typeface="Aptos"/>
                <a:ea typeface="Aptos"/>
                <a:cs typeface="Aptos"/>
              </a:rPr>
              <a:t>The mobile admin console starts with the most urgent short task: approving historical profile claims.</a:t>
            </a:r>
          </a:p>
        </p:txBody>
      </p:sp>
      <p:sp>
        <p:nvSpPr>
          <p:cNvPr id="4" name="">
            <a:extLst xmlns:a="http://schemas.openxmlformats.org/drawingml/2006/main">
              <a:ext uri="{FF2B5EF4-FFF2-40B4-BE49-F238E27FC236}">
                <a16:creationId xmlns:a16="http://schemas.microsoft.com/office/drawing/2014/main" id="{63C4EFED-6D39-4D01-898C-56446755BC76}"/>
              </a:ext>
            </a:extLst>
          </p:cNvPr>
          <p:cNvSpPr>
            <a:spLocks xmlns:a="http://schemas.openxmlformats.org/drawingml/2006/main" noGrp="1"/>
          </p:cNvSpPr>
          <p:nvPr/>
        </p:nvSpPr>
        <p:spPr>
          <a:xfrm xmlns:a="http://schemas.openxmlformats.org/drawingml/2006/main">
            <a:off x="1428750" y="1809750"/>
            <a:ext cx="3048000" cy="4953000"/>
          </a:xfrm>
          <a:prstGeom xmlns:a="http://schemas.openxmlformats.org/drawingml/2006/main" prst="roundRect">
            <a:avLst>
              <a:gd name="adj" fmla="val 2500"/>
            </a:avLst>
          </a:prstGeom>
          <a:solidFill xmlns:a="http://schemas.openxmlformats.org/drawingml/2006/main">
            <a:srgbClr val="10182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A79E11-0AE5-4CB1-AA67-ECC5F5BA7BC2}"/>
              </a:ext>
            </a:extLst>
          </p:cNvPr>
          <p:cNvSpPr>
            <a:spLocks xmlns:a="http://schemas.openxmlformats.org/drawingml/2006/main" noGrp="1"/>
          </p:cNvSpPr>
          <p:nvPr/>
        </p:nvSpPr>
        <p:spPr>
          <a:xfrm xmlns:a="http://schemas.openxmlformats.org/drawingml/2006/main">
            <a:off x="1543050" y="1924050"/>
            <a:ext cx="2819400" cy="4724400"/>
          </a:xfrm>
          <a:prstGeom xmlns:a="http://schemas.openxmlformats.org/drawingml/2006/main" prst="roundRect">
            <a:avLst>
              <a:gd name="adj" fmla="val 2703"/>
            </a:avLst>
          </a:prstGeom>
          <a:solidFill xmlns:a="http://schemas.openxmlformats.org/drawingml/2006/main">
            <a:srgbClr val="F8FAF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DDAF894-A3FC-48B6-904C-320BB86A9223}"/>
              </a:ext>
            </a:extLst>
          </p:cNvPr>
          <p:cNvSpPr>
            <a:spLocks xmlns:a="http://schemas.openxmlformats.org/drawingml/2006/main" noGrp="1"/>
          </p:cNvSpPr>
          <p:nvPr/>
        </p:nvSpPr>
        <p:spPr>
          <a:xfrm xmlns:a="http://schemas.openxmlformats.org/drawingml/2006/main">
            <a:off x="2628900" y="2000250"/>
            <a:ext cx="647700" cy="66675"/>
          </a:xfrm>
          <a:prstGeom xmlns:a="http://schemas.openxmlformats.org/drawingml/2006/main" prst="roundRect">
            <a:avLst>
              <a:gd name="adj" fmla="val 50000"/>
            </a:avLst>
          </a:prstGeom>
          <a:solidFill xmlns:a="http://schemas.openxmlformats.org/drawingml/2006/main">
            <a:srgbClr val="11182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3BE44BA-B868-4DFD-A261-589FED898F69}"/>
              </a:ext>
            </a:extLst>
          </p:cNvPr>
          <p:cNvSpPr>
            <a:spLocks xmlns:a="http://schemas.openxmlformats.org/drawingml/2006/main" noGrp="1"/>
          </p:cNvSpPr>
          <p:nvPr/>
        </p:nvSpPr>
        <p:spPr>
          <a:xfrm xmlns:a="http://schemas.openxmlformats.org/drawingml/2006/main">
            <a:off x="1714500" y="21336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i="0">
                <a:solidFill>
                  <a:srgbClr val="111827"/>
                </a:solidFill>
                <a:latin typeface="Aptos"/>
                <a:ea typeface="Aptos"/>
                <a:cs typeface="Aptos"/>
              </a:defRPr>
            </a:pPr>
            <a:r>
              <a:rPr sz="1125" b="1" i="0">
                <a:solidFill>
                  <a:srgbClr val="111827"/>
                </a:solidFill>
                <a:latin typeface="Aptos"/>
                <a:ea typeface="Aptos"/>
                <a:cs typeface="Aptos"/>
              </a:rPr>
              <a:t>FanVerdict</a:t>
            </a:r>
          </a:p>
        </p:txBody>
      </p:sp>
      <p:sp>
        <p:nvSpPr>
          <p:cNvPr id="8" name="">
            <a:extLst xmlns:a="http://schemas.openxmlformats.org/drawingml/2006/main">
              <a:ext uri="{FF2B5EF4-FFF2-40B4-BE49-F238E27FC236}">
                <a16:creationId xmlns:a16="http://schemas.microsoft.com/office/drawing/2014/main" id="{01290C94-6A6F-457A-92D3-7CBB9C3A6CC4}"/>
              </a:ext>
            </a:extLst>
          </p:cNvPr>
          <p:cNvSpPr>
            <a:spLocks xmlns:a="http://schemas.openxmlformats.org/drawingml/2006/main" noGrp="1"/>
          </p:cNvSpPr>
          <p:nvPr/>
        </p:nvSpPr>
        <p:spPr>
          <a:xfrm xmlns:a="http://schemas.openxmlformats.org/drawingml/2006/main">
            <a:off x="3562350" y="21336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825" b="1" i="0">
                <a:solidFill>
                  <a:srgbClr val="2563EB"/>
                </a:solidFill>
                <a:latin typeface="Aptos"/>
                <a:ea typeface="Aptos"/>
                <a:cs typeface="Aptos"/>
              </a:defRPr>
            </a:pPr>
            <a:r>
              <a:rPr sz="825" b="1" i="0">
                <a:solidFill>
                  <a:srgbClr val="2563EB"/>
                </a:solidFill>
                <a:latin typeface="Aptos"/>
                <a:ea typeface="Aptos"/>
                <a:cs typeface="Aptos"/>
              </a:rPr>
              <a:t>Home</a:t>
            </a:r>
          </a:p>
        </p:txBody>
      </p:sp>
      <p:sp>
        <p:nvSpPr>
          <p:cNvPr id="9" name="">
            <a:extLst xmlns:a="http://schemas.openxmlformats.org/drawingml/2006/main">
              <a:ext uri="{FF2B5EF4-FFF2-40B4-BE49-F238E27FC236}">
                <a16:creationId xmlns:a16="http://schemas.microsoft.com/office/drawing/2014/main" id="{D180F3EC-4891-428E-8B4C-DA905447C2FB}"/>
              </a:ext>
            </a:extLst>
          </p:cNvPr>
          <p:cNvSpPr>
            <a:spLocks xmlns:a="http://schemas.openxmlformats.org/drawingml/2006/main" noGrp="1"/>
          </p:cNvSpPr>
          <p:nvPr/>
        </p:nvSpPr>
        <p:spPr>
          <a:xfrm xmlns:a="http://schemas.openxmlformats.org/drawingml/2006/main">
            <a:off x="1714500" y="24765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Admin</a:t>
            </a:r>
          </a:p>
        </p:txBody>
      </p:sp>
      <p:sp>
        <p:nvSpPr>
          <p:cNvPr id="10" name="">
            <a:extLst xmlns:a="http://schemas.openxmlformats.org/drawingml/2006/main">
              <a:ext uri="{FF2B5EF4-FFF2-40B4-BE49-F238E27FC236}">
                <a16:creationId xmlns:a16="http://schemas.microsoft.com/office/drawing/2014/main" id="{F327E629-60D2-41C5-88BF-7476385B464C}"/>
              </a:ext>
            </a:extLst>
          </p:cNvPr>
          <p:cNvSpPr>
            <a:spLocks xmlns:a="http://schemas.openxmlformats.org/drawingml/2006/main" noGrp="1"/>
          </p:cNvSpPr>
          <p:nvPr/>
        </p:nvSpPr>
        <p:spPr>
          <a:xfrm xmlns:a="http://schemas.openxmlformats.org/drawingml/2006/main">
            <a:off x="1714500" y="2838450"/>
            <a:ext cx="2476500" cy="400050"/>
          </a:xfrm>
          <a:prstGeom xmlns:a="http://schemas.openxmlformats.org/drawingml/2006/main" prst="roundRect">
            <a:avLst>
              <a:gd name="adj" fmla="val 19048"/>
            </a:avLst>
          </a:prstGeom>
          <a:solidFill xmlns:a="http://schemas.openxmlformats.org/drawingml/2006/main">
            <a:srgbClr val="F1F5F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AA83C4E-A43F-495D-91CA-109A1CA55937}"/>
              </a:ext>
            </a:extLst>
          </p:cNvPr>
          <p:cNvSpPr>
            <a:spLocks xmlns:a="http://schemas.openxmlformats.org/drawingml/2006/main" noGrp="1"/>
          </p:cNvSpPr>
          <p:nvPr/>
        </p:nvSpPr>
        <p:spPr>
          <a:xfrm xmlns:a="http://schemas.openxmlformats.org/drawingml/2006/main">
            <a:off x="1771650" y="2886075"/>
            <a:ext cx="723900"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0A04FA7-8BE5-4BCB-9122-957DED93A146}"/>
              </a:ext>
            </a:extLst>
          </p:cNvPr>
          <p:cNvSpPr>
            <a:spLocks xmlns:a="http://schemas.openxmlformats.org/drawingml/2006/main" noGrp="1"/>
          </p:cNvSpPr>
          <p:nvPr/>
        </p:nvSpPr>
        <p:spPr>
          <a:xfrm xmlns:a="http://schemas.openxmlformats.org/drawingml/2006/main">
            <a:off x="1847850" y="2971800"/>
            <a:ext cx="6096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88" b="1" i="0">
                <a:solidFill>
                  <a:srgbClr val="111827"/>
                </a:solidFill>
                <a:latin typeface="Aptos"/>
                <a:ea typeface="Aptos"/>
                <a:cs typeface="Aptos"/>
              </a:defRPr>
            </a:pPr>
            <a:r>
              <a:rPr sz="788" b="1" i="0">
                <a:solidFill>
                  <a:srgbClr val="111827"/>
                </a:solidFill>
                <a:latin typeface="Aptos"/>
                <a:ea typeface="Aptos"/>
                <a:cs typeface="Aptos"/>
              </a:rPr>
              <a:t>Claims</a:t>
            </a:r>
          </a:p>
        </p:txBody>
      </p:sp>
      <p:sp>
        <p:nvSpPr>
          <p:cNvPr id="13" name="">
            <a:extLst xmlns:a="http://schemas.openxmlformats.org/drawingml/2006/main">
              <a:ext uri="{FF2B5EF4-FFF2-40B4-BE49-F238E27FC236}">
                <a16:creationId xmlns:a16="http://schemas.microsoft.com/office/drawing/2014/main" id="{188DEC73-F8F2-4F3A-A5E6-A5E5452BE311}"/>
              </a:ext>
            </a:extLst>
          </p:cNvPr>
          <p:cNvSpPr>
            <a:spLocks xmlns:a="http://schemas.openxmlformats.org/drawingml/2006/main" noGrp="1"/>
          </p:cNvSpPr>
          <p:nvPr/>
        </p:nvSpPr>
        <p:spPr>
          <a:xfrm xmlns:a="http://schemas.openxmlformats.org/drawingml/2006/main">
            <a:off x="2590800" y="2971800"/>
            <a:ext cx="6096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88" b="1" i="0">
                <a:solidFill>
                  <a:srgbClr val="64748B"/>
                </a:solidFill>
                <a:latin typeface="Aptos"/>
                <a:ea typeface="Aptos"/>
                <a:cs typeface="Aptos"/>
              </a:defRPr>
            </a:pPr>
            <a:r>
              <a:rPr sz="788" b="1" i="0">
                <a:solidFill>
                  <a:srgbClr val="64748B"/>
                </a:solidFill>
                <a:latin typeface="Aptos"/>
                <a:ea typeface="Aptos"/>
                <a:cs typeface="Aptos"/>
              </a:rPr>
              <a:t>Polls</a:t>
            </a:r>
          </a:p>
        </p:txBody>
      </p:sp>
      <p:sp>
        <p:nvSpPr>
          <p:cNvPr id="14" name="">
            <a:extLst xmlns:a="http://schemas.openxmlformats.org/drawingml/2006/main">
              <a:ext uri="{FF2B5EF4-FFF2-40B4-BE49-F238E27FC236}">
                <a16:creationId xmlns:a16="http://schemas.microsoft.com/office/drawing/2014/main" id="{5CDF6D86-C34A-4D6D-842B-39223F212A5F}"/>
              </a:ext>
            </a:extLst>
          </p:cNvPr>
          <p:cNvSpPr>
            <a:spLocks xmlns:a="http://schemas.openxmlformats.org/drawingml/2006/main" noGrp="1"/>
          </p:cNvSpPr>
          <p:nvPr/>
        </p:nvSpPr>
        <p:spPr>
          <a:xfrm xmlns:a="http://schemas.openxmlformats.org/drawingml/2006/main">
            <a:off x="3333750" y="2971800"/>
            <a:ext cx="6096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88" b="1" i="0">
                <a:solidFill>
                  <a:srgbClr val="64748B"/>
                </a:solidFill>
                <a:latin typeface="Aptos"/>
                <a:ea typeface="Aptos"/>
                <a:cs typeface="Aptos"/>
              </a:defRPr>
            </a:pPr>
            <a:r>
              <a:rPr sz="788" b="1" i="0">
                <a:solidFill>
                  <a:srgbClr val="64748B"/>
                </a:solidFill>
                <a:latin typeface="Aptos"/>
                <a:ea typeface="Aptos"/>
                <a:cs typeface="Aptos"/>
              </a:rPr>
              <a:t>Results</a:t>
            </a:r>
          </a:p>
        </p:txBody>
      </p:sp>
      <p:sp>
        <p:nvSpPr>
          <p:cNvPr id="15" name="">
            <a:extLst xmlns:a="http://schemas.openxmlformats.org/drawingml/2006/main">
              <a:ext uri="{FF2B5EF4-FFF2-40B4-BE49-F238E27FC236}">
                <a16:creationId xmlns:a16="http://schemas.microsoft.com/office/drawing/2014/main" id="{9CBCEE82-4337-41B9-9244-1FF1A93508F1}"/>
              </a:ext>
            </a:extLst>
          </p:cNvPr>
          <p:cNvSpPr>
            <a:spLocks xmlns:a="http://schemas.openxmlformats.org/drawingml/2006/main" noGrp="1"/>
          </p:cNvSpPr>
          <p:nvPr/>
        </p:nvSpPr>
        <p:spPr>
          <a:xfrm xmlns:a="http://schemas.openxmlformats.org/drawingml/2006/main">
            <a:off x="1733550" y="3352800"/>
            <a:ext cx="24384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E5EAF2"/>
            </a:solidFill>
          </a:ln>
        </p:spPr>
      </p:sp>
      <p:sp>
        <p:nvSpPr>
          <p:cNvPr id="16" name="">
            <a:extLst xmlns:a="http://schemas.openxmlformats.org/drawingml/2006/main">
              <a:ext uri="{FF2B5EF4-FFF2-40B4-BE49-F238E27FC236}">
                <a16:creationId xmlns:a16="http://schemas.microsoft.com/office/drawing/2014/main" id="{294DB586-50BF-4717-9057-ECD3CEE1E756}"/>
              </a:ext>
            </a:extLst>
          </p:cNvPr>
          <p:cNvSpPr>
            <a:spLocks xmlns:a="http://schemas.openxmlformats.org/drawingml/2006/main" noGrp="1"/>
          </p:cNvSpPr>
          <p:nvPr/>
        </p:nvSpPr>
        <p:spPr>
          <a:xfrm xmlns:a="http://schemas.openxmlformats.org/drawingml/2006/main">
            <a:off x="1905000" y="3524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75" b="1" i="0">
                <a:solidFill>
                  <a:srgbClr val="111827"/>
                </a:solidFill>
                <a:latin typeface="Aptos"/>
                <a:ea typeface="Aptos"/>
                <a:cs typeface="Aptos"/>
              </a:defRPr>
            </a:pPr>
            <a:r>
              <a:rPr sz="1575" b="1" i="0">
                <a:solidFill>
                  <a:srgbClr val="111827"/>
                </a:solidFill>
                <a:latin typeface="Aptos"/>
                <a:ea typeface="Aptos"/>
                <a:cs typeface="Aptos"/>
              </a:rPr>
              <a:t>Sai</a:t>
            </a:r>
          </a:p>
        </p:txBody>
      </p:sp>
      <p:sp>
        <p:nvSpPr>
          <p:cNvPr id="17" name="">
            <a:extLst xmlns:a="http://schemas.openxmlformats.org/drawingml/2006/main">
              <a:ext uri="{FF2B5EF4-FFF2-40B4-BE49-F238E27FC236}">
                <a16:creationId xmlns:a16="http://schemas.microsoft.com/office/drawing/2014/main" id="{7AA8D8C9-66A1-4AE6-A3C9-3080D8AF2D23}"/>
              </a:ext>
            </a:extLst>
          </p:cNvPr>
          <p:cNvSpPr>
            <a:spLocks xmlns:a="http://schemas.openxmlformats.org/drawingml/2006/main" noGrp="1"/>
          </p:cNvSpPr>
          <p:nvPr/>
        </p:nvSpPr>
        <p:spPr>
          <a:xfrm xmlns:a="http://schemas.openxmlformats.org/drawingml/2006/main">
            <a:off x="3219450" y="3543300"/>
            <a:ext cx="781050" cy="285750"/>
          </a:xfrm>
          <a:prstGeom xmlns:a="http://schemas.openxmlformats.org/drawingml/2006/main" prst="roundRect">
            <a:avLst>
              <a:gd name="adj" fmla="val 26667"/>
            </a:avLst>
          </a:prstGeom>
          <a:solidFill xmlns:a="http://schemas.openxmlformats.org/drawingml/2006/main">
            <a:srgbClr val="FFEDD5"/>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9A3412"/>
                </a:solidFill>
                <a:latin typeface="Aptos"/>
                <a:ea typeface="Aptos"/>
                <a:cs typeface="Aptos"/>
              </a:defRPr>
            </a:pPr>
            <a:r>
              <a:rPr sz="975" b="1">
                <a:solidFill>
                  <a:srgbClr val="9A3412"/>
                </a:solidFill>
                <a:latin typeface="Aptos"/>
                <a:ea typeface="Aptos"/>
                <a:cs typeface="Aptos"/>
              </a:rPr>
              <a:t>Pending</a:t>
            </a:r>
          </a:p>
        </p:txBody>
      </p:sp>
      <p:sp>
        <p:nvSpPr>
          <p:cNvPr id="18" name="">
            <a:extLst xmlns:a="http://schemas.openxmlformats.org/drawingml/2006/main">
              <a:ext uri="{FF2B5EF4-FFF2-40B4-BE49-F238E27FC236}">
                <a16:creationId xmlns:a16="http://schemas.microsoft.com/office/drawing/2014/main" id="{98E651D7-75BF-4BD4-989A-CF5D29E49FFF}"/>
              </a:ext>
            </a:extLst>
          </p:cNvPr>
          <p:cNvSpPr>
            <a:spLocks xmlns:a="http://schemas.openxmlformats.org/drawingml/2006/main" noGrp="1"/>
          </p:cNvSpPr>
          <p:nvPr/>
        </p:nvSpPr>
        <p:spPr>
          <a:xfrm xmlns:a="http://schemas.openxmlformats.org/drawingml/2006/main">
            <a:off x="1905000" y="381000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i="0">
                <a:solidFill>
                  <a:srgbClr val="64748B"/>
                </a:solidFill>
                <a:latin typeface="Aptos"/>
                <a:ea typeface="Aptos"/>
                <a:cs typeface="Aptos"/>
              </a:defRPr>
            </a:pPr>
            <a:r>
              <a:rPr sz="900" b="0" i="0">
                <a:solidFill>
                  <a:srgbClr val="64748B"/>
                </a:solidFill>
                <a:latin typeface="Aptos"/>
                <a:ea typeface="Aptos"/>
                <a:cs typeface="Aptos"/>
              </a:rPr>
              <a:t>Requested by Sai C.</a:t>
            </a:r>
          </a:p>
        </p:txBody>
      </p:sp>
      <p:sp>
        <p:nvSpPr>
          <p:cNvPr id="19" name="">
            <a:extLst xmlns:a="http://schemas.openxmlformats.org/drawingml/2006/main">
              <a:ext uri="{FF2B5EF4-FFF2-40B4-BE49-F238E27FC236}">
                <a16:creationId xmlns:a16="http://schemas.microsoft.com/office/drawing/2014/main" id="{97E01590-B0CF-44E2-BC5D-A3D533568D99}"/>
              </a:ext>
            </a:extLst>
          </p:cNvPr>
          <p:cNvSpPr>
            <a:spLocks xmlns:a="http://schemas.openxmlformats.org/drawingml/2006/main" noGrp="1"/>
          </p:cNvSpPr>
          <p:nvPr/>
        </p:nvSpPr>
        <p:spPr>
          <a:xfrm xmlns:a="http://schemas.openxmlformats.org/drawingml/2006/main">
            <a:off x="1905000" y="400050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i="0">
                <a:solidFill>
                  <a:srgbClr val="64748B"/>
                </a:solidFill>
                <a:latin typeface="Aptos"/>
                <a:ea typeface="Aptos"/>
                <a:cs typeface="Aptos"/>
              </a:defRPr>
            </a:pPr>
            <a:r>
              <a:rPr sz="788" b="0" i="0">
                <a:solidFill>
                  <a:srgbClr val="64748B"/>
                </a:solidFill>
                <a:latin typeface="Aptos"/>
                <a:ea typeface="Aptos"/>
                <a:cs typeface="Aptos"/>
              </a:rPr>
              <a:t>Jun 4, 2026</a:t>
            </a:r>
          </a:p>
        </p:txBody>
      </p:sp>
      <p:sp>
        <p:nvSpPr>
          <p:cNvPr id="20" name="">
            <a:extLst xmlns:a="http://schemas.openxmlformats.org/drawingml/2006/main">
              <a:ext uri="{FF2B5EF4-FFF2-40B4-BE49-F238E27FC236}">
                <a16:creationId xmlns:a16="http://schemas.microsoft.com/office/drawing/2014/main" id="{4DDC47EF-B8C6-4DEC-AB0C-4C8E3FDAFB2D}"/>
              </a:ext>
            </a:extLst>
          </p:cNvPr>
          <p:cNvSpPr>
            <a:spLocks xmlns:a="http://schemas.openxmlformats.org/drawingml/2006/main" noGrp="1"/>
          </p:cNvSpPr>
          <p:nvPr/>
        </p:nvSpPr>
        <p:spPr>
          <a:xfrm xmlns:a="http://schemas.openxmlformats.org/drawingml/2006/main">
            <a:off x="1905000" y="4114800"/>
            <a:ext cx="8001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CBD5E1"/>
            </a:solidFill>
          </a:ln>
        </p:spPr>
      </p:sp>
      <p:sp>
        <p:nvSpPr>
          <p:cNvPr id="21" name="">
            <a:extLst xmlns:a="http://schemas.openxmlformats.org/drawingml/2006/main">
              <a:ext uri="{FF2B5EF4-FFF2-40B4-BE49-F238E27FC236}">
                <a16:creationId xmlns:a16="http://schemas.microsoft.com/office/drawing/2014/main" id="{4E7603EB-C096-4190-BCD9-F4D3683FC986}"/>
              </a:ext>
            </a:extLst>
          </p:cNvPr>
          <p:cNvSpPr>
            <a:spLocks xmlns:a="http://schemas.openxmlformats.org/drawingml/2006/main" noGrp="1"/>
          </p:cNvSpPr>
          <p:nvPr/>
        </p:nvSpPr>
        <p:spPr>
          <a:xfrm xmlns:a="http://schemas.openxmlformats.org/drawingml/2006/main">
            <a:off x="2038350" y="4181475"/>
            <a:ext cx="533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50" b="1" i="0">
                <a:solidFill>
                  <a:srgbClr val="64748B"/>
                </a:solidFill>
                <a:latin typeface="Aptos"/>
                <a:ea typeface="Aptos"/>
                <a:cs typeface="Aptos"/>
              </a:defRPr>
            </a:pPr>
            <a:r>
              <a:rPr sz="750" b="1" i="0">
                <a:solidFill>
                  <a:srgbClr val="64748B"/>
                </a:solidFill>
                <a:latin typeface="Aptos"/>
                <a:ea typeface="Aptos"/>
                <a:cs typeface="Aptos"/>
              </a:rPr>
              <a:t>Reject</a:t>
            </a:r>
          </a:p>
        </p:txBody>
      </p:sp>
      <p:sp>
        <p:nvSpPr>
          <p:cNvPr id="22" name="">
            <a:extLst xmlns:a="http://schemas.openxmlformats.org/drawingml/2006/main">
              <a:ext uri="{FF2B5EF4-FFF2-40B4-BE49-F238E27FC236}">
                <a16:creationId xmlns:a16="http://schemas.microsoft.com/office/drawing/2014/main" id="{7A53C479-D101-4370-B342-6E5CFDE1885C}"/>
              </a:ext>
            </a:extLst>
          </p:cNvPr>
          <p:cNvSpPr>
            <a:spLocks xmlns:a="http://schemas.openxmlformats.org/drawingml/2006/main" noGrp="1"/>
          </p:cNvSpPr>
          <p:nvPr/>
        </p:nvSpPr>
        <p:spPr>
          <a:xfrm xmlns:a="http://schemas.openxmlformats.org/drawingml/2006/main">
            <a:off x="2800350" y="4086225"/>
            <a:ext cx="990600" cy="438150"/>
          </a:xfrm>
          <a:prstGeom xmlns:a="http://schemas.openxmlformats.org/drawingml/2006/main" prst="roundRect">
            <a:avLst>
              <a:gd name="adj" fmla="val 17391"/>
            </a:avLst>
          </a:prstGeom>
          <a:solidFill xmlns:a="http://schemas.openxmlformats.org/drawingml/2006/main">
            <a:srgbClr val="16A34A"/>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Approve</a:t>
            </a:r>
          </a:p>
        </p:txBody>
      </p:sp>
      <p:sp>
        <p:nvSpPr>
          <p:cNvPr id="23" name="">
            <a:extLst xmlns:a="http://schemas.openxmlformats.org/drawingml/2006/main">
              <a:ext uri="{FF2B5EF4-FFF2-40B4-BE49-F238E27FC236}">
                <a16:creationId xmlns:a16="http://schemas.microsoft.com/office/drawing/2014/main" id="{A805928C-2959-4353-9ED2-D7CE3DBAE6A1}"/>
              </a:ext>
            </a:extLst>
          </p:cNvPr>
          <p:cNvSpPr>
            <a:spLocks xmlns:a="http://schemas.openxmlformats.org/drawingml/2006/main" noGrp="1"/>
          </p:cNvSpPr>
          <p:nvPr/>
        </p:nvSpPr>
        <p:spPr>
          <a:xfrm xmlns:a="http://schemas.openxmlformats.org/drawingml/2006/main">
            <a:off x="1733550" y="4552950"/>
            <a:ext cx="24384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E5EAF2"/>
            </a:solidFill>
          </a:ln>
        </p:spPr>
      </p:sp>
      <p:sp>
        <p:nvSpPr>
          <p:cNvPr id="24" name="">
            <a:extLst xmlns:a="http://schemas.openxmlformats.org/drawingml/2006/main">
              <a:ext uri="{FF2B5EF4-FFF2-40B4-BE49-F238E27FC236}">
                <a16:creationId xmlns:a16="http://schemas.microsoft.com/office/drawing/2014/main" id="{D8EED184-BE76-4748-AFCA-37BAB988BA14}"/>
              </a:ext>
            </a:extLst>
          </p:cNvPr>
          <p:cNvSpPr>
            <a:spLocks xmlns:a="http://schemas.openxmlformats.org/drawingml/2006/main" noGrp="1"/>
          </p:cNvSpPr>
          <p:nvPr/>
        </p:nvSpPr>
        <p:spPr>
          <a:xfrm xmlns:a="http://schemas.openxmlformats.org/drawingml/2006/main">
            <a:off x="1905000" y="47244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75" b="1" i="0">
                <a:solidFill>
                  <a:srgbClr val="111827"/>
                </a:solidFill>
                <a:latin typeface="Aptos"/>
                <a:ea typeface="Aptos"/>
                <a:cs typeface="Aptos"/>
              </a:defRPr>
            </a:pPr>
            <a:r>
              <a:rPr sz="1575" b="1" i="0">
                <a:solidFill>
                  <a:srgbClr val="111827"/>
                </a:solidFill>
                <a:latin typeface="Aptos"/>
                <a:ea typeface="Aptos"/>
                <a:cs typeface="Aptos"/>
              </a:rPr>
              <a:t>Karthik</a:t>
            </a:r>
          </a:p>
        </p:txBody>
      </p:sp>
      <p:sp>
        <p:nvSpPr>
          <p:cNvPr id="25" name="">
            <a:extLst xmlns:a="http://schemas.openxmlformats.org/drawingml/2006/main">
              <a:ext uri="{FF2B5EF4-FFF2-40B4-BE49-F238E27FC236}">
                <a16:creationId xmlns:a16="http://schemas.microsoft.com/office/drawing/2014/main" id="{96448DFF-7FBF-41EA-9346-CC3812E07C25}"/>
              </a:ext>
            </a:extLst>
          </p:cNvPr>
          <p:cNvSpPr>
            <a:spLocks xmlns:a="http://schemas.openxmlformats.org/drawingml/2006/main" noGrp="1"/>
          </p:cNvSpPr>
          <p:nvPr/>
        </p:nvSpPr>
        <p:spPr>
          <a:xfrm xmlns:a="http://schemas.openxmlformats.org/drawingml/2006/main">
            <a:off x="3219450" y="4743450"/>
            <a:ext cx="781050" cy="285750"/>
          </a:xfrm>
          <a:prstGeom xmlns:a="http://schemas.openxmlformats.org/drawingml/2006/main" prst="roundRect">
            <a:avLst>
              <a:gd name="adj" fmla="val 26667"/>
            </a:avLst>
          </a:prstGeom>
          <a:solidFill xmlns:a="http://schemas.openxmlformats.org/drawingml/2006/main">
            <a:srgbClr val="FEF3C7"/>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92400E"/>
                </a:solidFill>
                <a:latin typeface="Aptos"/>
                <a:ea typeface="Aptos"/>
                <a:cs typeface="Aptos"/>
              </a:defRPr>
            </a:pPr>
            <a:r>
              <a:rPr sz="975" b="1">
                <a:solidFill>
                  <a:srgbClr val="92400E"/>
                </a:solidFill>
                <a:latin typeface="Aptos"/>
                <a:ea typeface="Aptos"/>
                <a:cs typeface="Aptos"/>
              </a:rPr>
              <a:t>Pending</a:t>
            </a:r>
          </a:p>
        </p:txBody>
      </p:sp>
      <p:sp>
        <p:nvSpPr>
          <p:cNvPr id="26" name="">
            <a:extLst xmlns:a="http://schemas.openxmlformats.org/drawingml/2006/main">
              <a:ext uri="{FF2B5EF4-FFF2-40B4-BE49-F238E27FC236}">
                <a16:creationId xmlns:a16="http://schemas.microsoft.com/office/drawing/2014/main" id="{F7173FE7-86FC-4C2E-B6F1-372E38DDDD02}"/>
              </a:ext>
            </a:extLst>
          </p:cNvPr>
          <p:cNvSpPr>
            <a:spLocks xmlns:a="http://schemas.openxmlformats.org/drawingml/2006/main" noGrp="1"/>
          </p:cNvSpPr>
          <p:nvPr/>
        </p:nvSpPr>
        <p:spPr>
          <a:xfrm xmlns:a="http://schemas.openxmlformats.org/drawingml/2006/main">
            <a:off x="1905000" y="50101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i="0">
                <a:solidFill>
                  <a:srgbClr val="64748B"/>
                </a:solidFill>
                <a:latin typeface="Aptos"/>
                <a:ea typeface="Aptos"/>
                <a:cs typeface="Aptos"/>
              </a:defRPr>
            </a:pPr>
            <a:r>
              <a:rPr sz="900" b="0" i="0">
                <a:solidFill>
                  <a:srgbClr val="64748B"/>
                </a:solidFill>
                <a:latin typeface="Aptos"/>
                <a:ea typeface="Aptos"/>
                <a:cs typeface="Aptos"/>
              </a:rPr>
              <a:t>Requested by Karthik R.</a:t>
            </a:r>
          </a:p>
        </p:txBody>
      </p:sp>
      <p:sp>
        <p:nvSpPr>
          <p:cNvPr id="27" name="">
            <a:extLst xmlns:a="http://schemas.openxmlformats.org/drawingml/2006/main">
              <a:ext uri="{FF2B5EF4-FFF2-40B4-BE49-F238E27FC236}">
                <a16:creationId xmlns:a16="http://schemas.microsoft.com/office/drawing/2014/main" id="{F6EED162-4DDF-40DE-A4CA-5A74CA0CABCF}"/>
              </a:ext>
            </a:extLst>
          </p:cNvPr>
          <p:cNvSpPr>
            <a:spLocks xmlns:a="http://schemas.openxmlformats.org/drawingml/2006/main" noGrp="1"/>
          </p:cNvSpPr>
          <p:nvPr/>
        </p:nvSpPr>
        <p:spPr>
          <a:xfrm xmlns:a="http://schemas.openxmlformats.org/drawingml/2006/main">
            <a:off x="1905000" y="52006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i="0">
                <a:solidFill>
                  <a:srgbClr val="64748B"/>
                </a:solidFill>
                <a:latin typeface="Aptos"/>
                <a:ea typeface="Aptos"/>
                <a:cs typeface="Aptos"/>
              </a:defRPr>
            </a:pPr>
            <a:r>
              <a:rPr sz="788" b="0" i="0">
                <a:solidFill>
                  <a:srgbClr val="64748B"/>
                </a:solidFill>
                <a:latin typeface="Aptos"/>
                <a:ea typeface="Aptos"/>
                <a:cs typeface="Aptos"/>
              </a:rPr>
              <a:t>Jun 4, 2026</a:t>
            </a:r>
          </a:p>
        </p:txBody>
      </p:sp>
      <p:sp>
        <p:nvSpPr>
          <p:cNvPr id="28" name="">
            <a:extLst xmlns:a="http://schemas.openxmlformats.org/drawingml/2006/main">
              <a:ext uri="{FF2B5EF4-FFF2-40B4-BE49-F238E27FC236}">
                <a16:creationId xmlns:a16="http://schemas.microsoft.com/office/drawing/2014/main" id="{718B9097-DEF9-4BB1-B17C-8279E1D98BDE}"/>
              </a:ext>
            </a:extLst>
          </p:cNvPr>
          <p:cNvSpPr>
            <a:spLocks xmlns:a="http://schemas.openxmlformats.org/drawingml/2006/main" noGrp="1"/>
          </p:cNvSpPr>
          <p:nvPr/>
        </p:nvSpPr>
        <p:spPr>
          <a:xfrm xmlns:a="http://schemas.openxmlformats.org/drawingml/2006/main">
            <a:off x="1905000" y="5314950"/>
            <a:ext cx="8001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CBD5E1"/>
            </a:solidFill>
          </a:ln>
        </p:spPr>
      </p:sp>
      <p:sp>
        <p:nvSpPr>
          <p:cNvPr id="29" name="">
            <a:extLst xmlns:a="http://schemas.openxmlformats.org/drawingml/2006/main">
              <a:ext uri="{FF2B5EF4-FFF2-40B4-BE49-F238E27FC236}">
                <a16:creationId xmlns:a16="http://schemas.microsoft.com/office/drawing/2014/main" id="{008E75D7-7156-4F38-92C1-60AEBC5531AE}"/>
              </a:ext>
            </a:extLst>
          </p:cNvPr>
          <p:cNvSpPr>
            <a:spLocks xmlns:a="http://schemas.openxmlformats.org/drawingml/2006/main" noGrp="1"/>
          </p:cNvSpPr>
          <p:nvPr/>
        </p:nvSpPr>
        <p:spPr>
          <a:xfrm xmlns:a="http://schemas.openxmlformats.org/drawingml/2006/main">
            <a:off x="2038350" y="5381625"/>
            <a:ext cx="533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50" b="1" i="0">
                <a:solidFill>
                  <a:srgbClr val="64748B"/>
                </a:solidFill>
                <a:latin typeface="Aptos"/>
                <a:ea typeface="Aptos"/>
                <a:cs typeface="Aptos"/>
              </a:defRPr>
            </a:pPr>
            <a:r>
              <a:rPr sz="750" b="1" i="0">
                <a:solidFill>
                  <a:srgbClr val="64748B"/>
                </a:solidFill>
                <a:latin typeface="Aptos"/>
                <a:ea typeface="Aptos"/>
                <a:cs typeface="Aptos"/>
              </a:rPr>
              <a:t>Reject</a:t>
            </a:r>
          </a:p>
        </p:txBody>
      </p:sp>
      <p:sp>
        <p:nvSpPr>
          <p:cNvPr id="30" name="">
            <a:extLst xmlns:a="http://schemas.openxmlformats.org/drawingml/2006/main">
              <a:ext uri="{FF2B5EF4-FFF2-40B4-BE49-F238E27FC236}">
                <a16:creationId xmlns:a16="http://schemas.microsoft.com/office/drawing/2014/main" id="{8B472D51-E1B4-4E4D-B9D4-D4865E0F817B}"/>
              </a:ext>
            </a:extLst>
          </p:cNvPr>
          <p:cNvSpPr>
            <a:spLocks xmlns:a="http://schemas.openxmlformats.org/drawingml/2006/main" noGrp="1"/>
          </p:cNvSpPr>
          <p:nvPr/>
        </p:nvSpPr>
        <p:spPr>
          <a:xfrm xmlns:a="http://schemas.openxmlformats.org/drawingml/2006/main">
            <a:off x="2800350" y="5286375"/>
            <a:ext cx="990600" cy="438150"/>
          </a:xfrm>
          <a:prstGeom xmlns:a="http://schemas.openxmlformats.org/drawingml/2006/main" prst="roundRect">
            <a:avLst>
              <a:gd name="adj" fmla="val 17391"/>
            </a:avLst>
          </a:prstGeom>
          <a:solidFill xmlns:a="http://schemas.openxmlformats.org/drawingml/2006/main">
            <a:srgbClr val="16A34A"/>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Approve</a:t>
            </a:r>
          </a:p>
        </p:txBody>
      </p:sp>
      <p:sp>
        <p:nvSpPr>
          <p:cNvPr id="31" name="">
            <a:extLst xmlns:a="http://schemas.openxmlformats.org/drawingml/2006/main">
              <a:ext uri="{FF2B5EF4-FFF2-40B4-BE49-F238E27FC236}">
                <a16:creationId xmlns:a16="http://schemas.microsoft.com/office/drawing/2014/main" id="{D7C7CEA2-2EB8-4212-B6A9-D9623A70449E}"/>
              </a:ext>
            </a:extLst>
          </p:cNvPr>
          <p:cNvSpPr>
            <a:spLocks xmlns:a="http://schemas.openxmlformats.org/drawingml/2006/main" noGrp="1"/>
          </p:cNvSpPr>
          <p:nvPr/>
        </p:nvSpPr>
        <p:spPr>
          <a:xfrm xmlns:a="http://schemas.openxmlformats.org/drawingml/2006/main">
            <a:off x="1543050" y="6096000"/>
            <a:ext cx="28194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5EAF2"/>
            </a:solidFill>
          </a:ln>
        </p:spPr>
      </p:sp>
      <p:sp>
        <p:nvSpPr>
          <p:cNvPr id="32" name="">
            <a:extLst xmlns:a="http://schemas.openxmlformats.org/drawingml/2006/main">
              <a:ext uri="{FF2B5EF4-FFF2-40B4-BE49-F238E27FC236}">
                <a16:creationId xmlns:a16="http://schemas.microsoft.com/office/drawing/2014/main" id="{A825C03A-0DFD-422D-8B19-166D96E5A53C}"/>
              </a:ext>
            </a:extLst>
          </p:cNvPr>
          <p:cNvSpPr>
            <a:spLocks xmlns:a="http://schemas.openxmlformats.org/drawingml/2006/main" noGrp="1"/>
          </p:cNvSpPr>
          <p:nvPr/>
        </p:nvSpPr>
        <p:spPr>
          <a:xfrm xmlns:a="http://schemas.openxmlformats.org/drawingml/2006/main">
            <a:off x="1638300" y="628650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Home</a:t>
            </a:r>
          </a:p>
        </p:txBody>
      </p:sp>
      <p:sp>
        <p:nvSpPr>
          <p:cNvPr id="33" name="">
            <a:extLst xmlns:a="http://schemas.openxmlformats.org/drawingml/2006/main">
              <a:ext uri="{FF2B5EF4-FFF2-40B4-BE49-F238E27FC236}">
                <a16:creationId xmlns:a16="http://schemas.microsoft.com/office/drawing/2014/main" id="{AD4B97D7-C562-48E8-8F71-DE8DBBF1412F}"/>
              </a:ext>
            </a:extLst>
          </p:cNvPr>
          <p:cNvSpPr>
            <a:spLocks xmlns:a="http://schemas.openxmlformats.org/drawingml/2006/main" noGrp="1"/>
          </p:cNvSpPr>
          <p:nvPr/>
        </p:nvSpPr>
        <p:spPr>
          <a:xfrm xmlns:a="http://schemas.openxmlformats.org/drawingml/2006/main">
            <a:off x="2295525" y="628650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Claim</a:t>
            </a:r>
          </a:p>
        </p:txBody>
      </p:sp>
      <p:sp>
        <p:nvSpPr>
          <p:cNvPr id="34" name="">
            <a:extLst xmlns:a="http://schemas.openxmlformats.org/drawingml/2006/main">
              <a:ext uri="{FF2B5EF4-FFF2-40B4-BE49-F238E27FC236}">
                <a16:creationId xmlns:a16="http://schemas.microsoft.com/office/drawing/2014/main" id="{1281DB6D-EAEA-41A7-ACB9-3B90F5543054}"/>
              </a:ext>
            </a:extLst>
          </p:cNvPr>
          <p:cNvSpPr>
            <a:spLocks xmlns:a="http://schemas.openxmlformats.org/drawingml/2006/main" noGrp="1"/>
          </p:cNvSpPr>
          <p:nvPr/>
        </p:nvSpPr>
        <p:spPr>
          <a:xfrm xmlns:a="http://schemas.openxmlformats.org/drawingml/2006/main">
            <a:off x="3009900" y="6200775"/>
            <a:ext cx="400050" cy="285750"/>
          </a:xfrm>
          <a:prstGeom xmlns:a="http://schemas.openxmlformats.org/drawingml/2006/main" prst="roundRect">
            <a:avLst>
              <a:gd name="adj" fmla="val 26667"/>
            </a:avLst>
          </a:prstGeom>
          <a:solidFill xmlns:a="http://schemas.openxmlformats.org/drawingml/2006/main">
            <a:srgbClr val="DBEAFE"/>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64B45710-12F2-4DA5-9EBD-FBEB7952F9DD}"/>
              </a:ext>
            </a:extLst>
          </p:cNvPr>
          <p:cNvSpPr>
            <a:spLocks xmlns:a="http://schemas.openxmlformats.org/drawingml/2006/main" noGrp="1"/>
          </p:cNvSpPr>
          <p:nvPr/>
        </p:nvSpPr>
        <p:spPr>
          <a:xfrm xmlns:a="http://schemas.openxmlformats.org/drawingml/2006/main">
            <a:off x="2952750" y="628650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1" i="0">
                <a:solidFill>
                  <a:srgbClr val="2563EB"/>
                </a:solidFill>
                <a:latin typeface="Aptos"/>
                <a:ea typeface="Aptos"/>
                <a:cs typeface="Aptos"/>
              </a:defRPr>
            </a:pPr>
            <a:r>
              <a:rPr sz="638" b="1" i="0">
                <a:solidFill>
                  <a:srgbClr val="2563EB"/>
                </a:solidFill>
                <a:latin typeface="Aptos"/>
                <a:ea typeface="Aptos"/>
                <a:cs typeface="Aptos"/>
              </a:rPr>
              <a:t>Admin</a:t>
            </a:r>
          </a:p>
        </p:txBody>
      </p:sp>
      <p:sp>
        <p:nvSpPr>
          <p:cNvPr id="36" name="">
            <a:extLst xmlns:a="http://schemas.openxmlformats.org/drawingml/2006/main">
              <a:ext uri="{FF2B5EF4-FFF2-40B4-BE49-F238E27FC236}">
                <a16:creationId xmlns:a16="http://schemas.microsoft.com/office/drawing/2014/main" id="{331F8661-7EA4-4309-9A62-D2E1DE321294}"/>
              </a:ext>
            </a:extLst>
          </p:cNvPr>
          <p:cNvSpPr>
            <a:spLocks xmlns:a="http://schemas.openxmlformats.org/drawingml/2006/main" noGrp="1"/>
          </p:cNvSpPr>
          <p:nvPr/>
        </p:nvSpPr>
        <p:spPr>
          <a:xfrm xmlns:a="http://schemas.openxmlformats.org/drawingml/2006/main">
            <a:off x="3609975" y="6286500"/>
            <a:ext cx="514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638" b="0" i="0">
                <a:solidFill>
                  <a:srgbClr val="64748B"/>
                </a:solidFill>
                <a:latin typeface="Aptos"/>
                <a:ea typeface="Aptos"/>
                <a:cs typeface="Aptos"/>
              </a:defRPr>
            </a:pPr>
            <a:r>
              <a:rPr sz="638" b="0" i="0">
                <a:solidFill>
                  <a:srgbClr val="64748B"/>
                </a:solidFill>
                <a:latin typeface="Aptos"/>
                <a:ea typeface="Aptos"/>
                <a:cs typeface="Aptos"/>
              </a:rPr>
              <a:t>Account</a:t>
            </a:r>
          </a:p>
        </p:txBody>
      </p:sp>
      <p:sp>
        <p:nvSpPr>
          <p:cNvPr id="37" name="">
            <a:extLst xmlns:a="http://schemas.openxmlformats.org/drawingml/2006/main">
              <a:ext uri="{FF2B5EF4-FFF2-40B4-BE49-F238E27FC236}">
                <a16:creationId xmlns:a16="http://schemas.microsoft.com/office/drawing/2014/main" id="{E6E19D6D-3A71-4AF6-B57B-ACB2961347EA}"/>
              </a:ext>
            </a:extLst>
          </p:cNvPr>
          <p:cNvSpPr>
            <a:spLocks xmlns:a="http://schemas.openxmlformats.org/drawingml/2006/main" noGrp="1"/>
          </p:cNvSpPr>
          <p:nvPr/>
        </p:nvSpPr>
        <p:spPr>
          <a:xfrm xmlns:a="http://schemas.openxmlformats.org/drawingml/2006/main">
            <a:off x="5715000" y="2571750"/>
            <a:ext cx="34290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CBD5E1"/>
            </a:solidFill>
          </a:ln>
        </p:spPr>
      </p:sp>
      <p:sp>
        <p:nvSpPr>
          <p:cNvPr id="38" name="">
            <a:extLst xmlns:a="http://schemas.openxmlformats.org/drawingml/2006/main">
              <a:ext uri="{FF2B5EF4-FFF2-40B4-BE49-F238E27FC236}">
                <a16:creationId xmlns:a16="http://schemas.microsoft.com/office/drawing/2014/main" id="{D4B58DF2-14E6-447B-8798-C08C5345059A}"/>
              </a:ext>
            </a:extLst>
          </p:cNvPr>
          <p:cNvSpPr>
            <a:spLocks xmlns:a="http://schemas.openxmlformats.org/drawingml/2006/main" noGrp="1"/>
          </p:cNvSpPr>
          <p:nvPr/>
        </p:nvSpPr>
        <p:spPr>
          <a:xfrm xmlns:a="http://schemas.openxmlformats.org/drawingml/2006/main">
            <a:off x="6019800" y="28765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i="0">
                <a:solidFill>
                  <a:srgbClr val="111827"/>
                </a:solidFill>
                <a:latin typeface="Aptos"/>
                <a:ea typeface="Aptos"/>
                <a:cs typeface="Aptos"/>
              </a:defRPr>
            </a:pPr>
            <a:r>
              <a:rPr sz="1800" b="1" i="0">
                <a:solidFill>
                  <a:srgbClr val="111827"/>
                </a:solidFill>
                <a:latin typeface="Aptos"/>
                <a:ea typeface="Aptos"/>
                <a:cs typeface="Aptos"/>
              </a:rPr>
              <a:t>Approval confirmation</a:t>
            </a:r>
          </a:p>
        </p:txBody>
      </p:sp>
      <p:sp>
        <p:nvSpPr>
          <p:cNvPr id="39" name="">
            <a:extLst xmlns:a="http://schemas.openxmlformats.org/drawingml/2006/main">
              <a:ext uri="{FF2B5EF4-FFF2-40B4-BE49-F238E27FC236}">
                <a16:creationId xmlns:a16="http://schemas.microsoft.com/office/drawing/2014/main" id="{371BC78C-22BB-462B-8E03-A4372A244566}"/>
              </a:ext>
            </a:extLst>
          </p:cNvPr>
          <p:cNvSpPr>
            <a:spLocks xmlns:a="http://schemas.openxmlformats.org/drawingml/2006/main" noGrp="1"/>
          </p:cNvSpPr>
          <p:nvPr/>
        </p:nvSpPr>
        <p:spPr>
          <a:xfrm xmlns:a="http://schemas.openxmlformats.org/drawingml/2006/main">
            <a:off x="6019800" y="33909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75" b="1" i="0">
                <a:solidFill>
                  <a:srgbClr val="111827"/>
                </a:solidFill>
                <a:latin typeface="Aptos"/>
                <a:ea typeface="Aptos"/>
                <a:cs typeface="Aptos"/>
              </a:defRPr>
            </a:pPr>
            <a:r>
              <a:rPr sz="1575" b="1" i="0">
                <a:solidFill>
                  <a:srgbClr val="111827"/>
                </a:solidFill>
                <a:latin typeface="Aptos"/>
                <a:ea typeface="Aptos"/>
                <a:cs typeface="Aptos"/>
              </a:rPr>
              <a:t>Link Sai to requester account?</a:t>
            </a:r>
          </a:p>
        </p:txBody>
      </p:sp>
      <p:sp>
        <p:nvSpPr>
          <p:cNvPr id="40" name="">
            <a:extLst xmlns:a="http://schemas.openxmlformats.org/drawingml/2006/main">
              <a:ext uri="{FF2B5EF4-FFF2-40B4-BE49-F238E27FC236}">
                <a16:creationId xmlns:a16="http://schemas.microsoft.com/office/drawing/2014/main" id="{09482AC6-7D5D-4FEF-9B6E-53163B76F2FF}"/>
              </a:ext>
            </a:extLst>
          </p:cNvPr>
          <p:cNvSpPr>
            <a:spLocks xmlns:a="http://schemas.openxmlformats.org/drawingml/2006/main" noGrp="1"/>
          </p:cNvSpPr>
          <p:nvPr/>
        </p:nvSpPr>
        <p:spPr>
          <a:xfrm xmlns:a="http://schemas.openxmlformats.org/drawingml/2006/main">
            <a:off x="6019800" y="379095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88" b="0" i="0">
                <a:solidFill>
                  <a:srgbClr val="64748B"/>
                </a:solidFill>
                <a:latin typeface="Aptos"/>
                <a:ea typeface="Aptos"/>
                <a:cs typeface="Aptos"/>
              </a:defRPr>
            </a:pPr>
            <a:r>
              <a:rPr sz="1088" b="0" i="0">
                <a:solidFill>
                  <a:srgbClr val="64748B"/>
                </a:solidFill>
                <a:latin typeface="Aptos"/>
                <a:ea typeface="Aptos"/>
                <a:cs typeface="Aptos"/>
              </a:rPr>
              <a:t>This makes Sai standings appear as claimed and rejects other pending requests for the same profile.</a:t>
            </a:r>
          </a:p>
        </p:txBody>
      </p:sp>
      <p:sp>
        <p:nvSpPr>
          <p:cNvPr id="41" name="">
            <a:extLst xmlns:a="http://schemas.openxmlformats.org/drawingml/2006/main">
              <a:ext uri="{FF2B5EF4-FFF2-40B4-BE49-F238E27FC236}">
                <a16:creationId xmlns:a16="http://schemas.microsoft.com/office/drawing/2014/main" id="{DB5FF140-0412-48B1-8CF7-D3F58D94CD10}"/>
              </a:ext>
            </a:extLst>
          </p:cNvPr>
          <p:cNvSpPr>
            <a:spLocks xmlns:a="http://schemas.openxmlformats.org/drawingml/2006/main" noGrp="1"/>
          </p:cNvSpPr>
          <p:nvPr/>
        </p:nvSpPr>
        <p:spPr>
          <a:xfrm xmlns:a="http://schemas.openxmlformats.org/drawingml/2006/main">
            <a:off x="6019800" y="4495800"/>
            <a:ext cx="1428750" cy="438150"/>
          </a:xfrm>
          <a:prstGeom xmlns:a="http://schemas.openxmlformats.org/drawingml/2006/main" prst="roundRect">
            <a:avLst>
              <a:gd name="adj" fmla="val 17391"/>
            </a:avLst>
          </a:prstGeom>
          <a:solidFill xmlns:a="http://schemas.openxmlformats.org/drawingml/2006/main">
            <a:srgbClr val="16A34A"/>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Approve</a:t>
            </a:r>
          </a:p>
        </p:txBody>
      </p:sp>
      <p:sp>
        <p:nvSpPr>
          <p:cNvPr id="42" name="">
            <a:extLst xmlns:a="http://schemas.openxmlformats.org/drawingml/2006/main">
              <a:ext uri="{FF2B5EF4-FFF2-40B4-BE49-F238E27FC236}">
                <a16:creationId xmlns:a16="http://schemas.microsoft.com/office/drawing/2014/main" id="{46019274-8A49-4DE9-A0A9-0F7DDDF8F1F8}"/>
              </a:ext>
            </a:extLst>
          </p:cNvPr>
          <p:cNvSpPr>
            <a:spLocks xmlns:a="http://schemas.openxmlformats.org/drawingml/2006/main" noGrp="1"/>
          </p:cNvSpPr>
          <p:nvPr/>
        </p:nvSpPr>
        <p:spPr>
          <a:xfrm xmlns:a="http://schemas.openxmlformats.org/drawingml/2006/main">
            <a:off x="7620000" y="4629150"/>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00" b="1" i="0">
                <a:solidFill>
                  <a:srgbClr val="64748B"/>
                </a:solidFill>
                <a:latin typeface="Aptos"/>
                <a:ea typeface="Aptos"/>
                <a:cs typeface="Aptos"/>
              </a:defRPr>
            </a:pPr>
            <a:r>
              <a:rPr sz="900" b="1" i="0">
                <a:solidFill>
                  <a:srgbClr val="64748B"/>
                </a:solidFill>
                <a:latin typeface="Aptos"/>
                <a:ea typeface="Aptos"/>
                <a:cs typeface="Aptos"/>
              </a:rPr>
              <a:t>Cancel</a:t>
            </a:r>
          </a:p>
        </p:txBody>
      </p:sp>
      <p:sp>
        <p:nvSpPr>
          <p:cNvPr id="43" name="">
            <a:extLst xmlns:a="http://schemas.openxmlformats.org/drawingml/2006/main">
              <a:ext uri="{FF2B5EF4-FFF2-40B4-BE49-F238E27FC236}">
                <a16:creationId xmlns:a16="http://schemas.microsoft.com/office/drawing/2014/main" id="{F986C708-5597-4557-9D3F-9DCC8C387F98}"/>
              </a:ext>
            </a:extLst>
          </p:cNvPr>
          <p:cNvSpPr>
            <a:spLocks xmlns:a="http://schemas.openxmlformats.org/drawingml/2006/main" noGrp="1"/>
          </p:cNvSpPr>
          <p:nvPr/>
        </p:nvSpPr>
        <p:spPr>
          <a:xfrm xmlns:a="http://schemas.openxmlformats.org/drawingml/2006/main">
            <a:off x="9572625" y="2762250"/>
            <a:ext cx="1295400" cy="1295400"/>
          </a:xfrm>
          <a:prstGeom xmlns:a="http://schemas.openxmlformats.org/drawingml/2006/main" prst="ellipse">
            <a:avLst/>
          </a:prstGeom>
          <a:solidFill xmlns:a="http://schemas.openxmlformats.org/drawingml/2006/main">
            <a:srgbClr val="DCFCE7"/>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627B4A5-381E-4C3C-9B1E-372283601B47}"/>
              </a:ext>
            </a:extLst>
          </p:cNvPr>
          <p:cNvSpPr>
            <a:spLocks xmlns:a="http://schemas.openxmlformats.org/drawingml/2006/main" noGrp="1"/>
          </p:cNvSpPr>
          <p:nvPr/>
        </p:nvSpPr>
        <p:spPr>
          <a:xfrm xmlns:a="http://schemas.openxmlformats.org/drawingml/2006/main">
            <a:off x="9791700" y="3181350"/>
            <a:ext cx="85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i="0">
                <a:solidFill>
                  <a:srgbClr val="166534"/>
                </a:solidFill>
                <a:latin typeface="Aptos"/>
                <a:ea typeface="Aptos"/>
                <a:cs typeface="Aptos"/>
              </a:defRPr>
            </a:pPr>
            <a:r>
              <a:rPr sz="1800" b="1" i="0">
                <a:solidFill>
                  <a:srgbClr val="166534"/>
                </a:solidFill>
                <a:latin typeface="Aptos"/>
                <a:ea typeface="Aptos"/>
                <a:cs typeface="Aptos"/>
              </a:rPr>
              <a:t>Admin</a:t>
            </a:r>
          </a:p>
          <a:p xmlns:a="http://schemas.openxmlformats.org/drawingml/2006/main">
            <a:pPr algn="ctr">
              <a:defRPr sz="1800" b="1" i="0">
                <a:solidFill>
                  <a:srgbClr val="166534"/>
                </a:solidFill>
                <a:latin typeface="Aptos"/>
                <a:ea typeface="Aptos"/>
                <a:cs typeface="Aptos"/>
              </a:defRPr>
            </a:pPr>
            <a:r>
              <a:rPr sz="1800" b="1" i="0">
                <a:solidFill>
                  <a:srgbClr val="166534"/>
                </a:solidFill>
                <a:latin typeface="Aptos"/>
                <a:ea typeface="Aptos"/>
                <a:cs typeface="Aptos"/>
              </a:rPr>
              <a:t>only</a:t>
            </a:r>
          </a:p>
        </p:txBody>
      </p:sp>
      <p:sp>
        <p:nvSpPr>
          <p:cNvPr id="45" name="">
            <a:extLst xmlns:a="http://schemas.openxmlformats.org/drawingml/2006/main">
              <a:ext uri="{FF2B5EF4-FFF2-40B4-BE49-F238E27FC236}">
                <a16:creationId xmlns:a16="http://schemas.microsoft.com/office/drawing/2014/main" id="{638CD8FB-7739-4434-B43A-67C1A0EC7E89}"/>
              </a:ext>
            </a:extLst>
          </p:cNvPr>
          <p:cNvSpPr>
            <a:spLocks xmlns:a="http://schemas.openxmlformats.org/drawingml/2006/main" noGrp="1"/>
          </p:cNvSpPr>
          <p:nvPr/>
        </p:nvSpPr>
        <p:spPr>
          <a:xfrm xmlns:a="http://schemas.openxmlformats.org/drawingml/2006/main">
            <a:off x="11125200" y="61912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200" b="1" i="0">
                <a:solidFill>
                  <a:srgbClr val="64748B"/>
                </a:solidFill>
                <a:latin typeface="Aptos"/>
                <a:ea typeface="Aptos"/>
                <a:cs typeface="Aptos"/>
              </a:defRPr>
            </a:pPr>
            <a:r>
              <a:rPr sz="1200" b="1" i="0">
                <a:solidFill>
                  <a:srgbClr val="64748B"/>
                </a:solidFill>
                <a:latin typeface="Aptos"/>
                <a:ea typeface="Aptos"/>
                <a:cs typeface="Aptos"/>
              </a:rPr>
              <a:t>07</a:t>
            </a:r>
          </a:p>
        </p:txBody>
      </p:sp>
    </p:spTree>
    <p:extLst>
      <p:ext uri="{BB962C8B-B14F-4D97-AF65-F5344CB8AC3E}">
        <p14:creationId xmlns:p14="http://schemas.microsoft.com/office/powerpoint/2010/main" val="1575868273"/>
      </p:ext>
    </p:extLst>
  </p:cSld>
</p:sld>
</file>

<file path=ppt/slides/slide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7A10C49-27ED-4F46-9771-AC169049CEF0}"/>
              </a:ext>
            </a:extLst>
          </p:cNvPr>
          <p:cNvSpPr>
            <a:spLocks xmlns:a="http://schemas.openxmlformats.org/drawingml/2006/main" noGrp="1"/>
          </p:cNvSpPr>
          <p:nvPr/>
        </p:nvSpPr>
        <p:spPr>
          <a:xfrm xmlns:a="http://schemas.openxmlformats.org/drawingml/2006/main">
            <a:off x="609600" y="4572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2563EB"/>
                </a:solidFill>
                <a:latin typeface="Aptos"/>
                <a:ea typeface="Aptos"/>
                <a:cs typeface="Aptos"/>
              </a:defRPr>
            </a:pPr>
            <a:r>
              <a:rPr sz="1050" b="1" i="0">
                <a:solidFill>
                  <a:srgbClr val="2563EB"/>
                </a:solidFill>
                <a:latin typeface="Aptos"/>
                <a:ea typeface="Aptos"/>
                <a:cs typeface="Aptos"/>
              </a:rPr>
              <a:t>ADMIN FORMS</a:t>
            </a:r>
          </a:p>
        </p:txBody>
      </p:sp>
      <p:sp>
        <p:nvSpPr>
          <p:cNvPr id="2" name="">
            <a:extLst xmlns:a="http://schemas.openxmlformats.org/drawingml/2006/main">
              <a:ext uri="{FF2B5EF4-FFF2-40B4-BE49-F238E27FC236}">
                <a16:creationId xmlns:a16="http://schemas.microsoft.com/office/drawing/2014/main" id="{CB314C82-8769-42DE-8A11-1F6D364C7885}"/>
              </a:ext>
            </a:extLst>
          </p:cNvPr>
          <p:cNvSpPr>
            <a:spLocks xmlns:a="http://schemas.openxmlformats.org/drawingml/2006/main" noGrp="1"/>
          </p:cNvSpPr>
          <p:nvPr/>
        </p:nvSpPr>
        <p:spPr>
          <a:xfrm xmlns:a="http://schemas.openxmlformats.org/drawingml/2006/main">
            <a:off x="609600" y="742950"/>
            <a:ext cx="704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150" b="1" i="0">
                <a:solidFill>
                  <a:srgbClr val="111827"/>
                </a:solidFill>
                <a:latin typeface="Aptos"/>
                <a:ea typeface="Aptos"/>
                <a:cs typeface="Aptos"/>
              </a:defRPr>
            </a:pPr>
            <a:r>
              <a:rPr sz="3150" b="1" i="0">
                <a:solidFill>
                  <a:srgbClr val="111827"/>
                </a:solidFill>
                <a:latin typeface="Aptos"/>
                <a:ea typeface="Aptos"/>
                <a:cs typeface="Aptos"/>
              </a:rPr>
              <a:t>Create and settle polls as narrow task screens</a:t>
            </a:r>
          </a:p>
        </p:txBody>
      </p:sp>
      <p:sp>
        <p:nvSpPr>
          <p:cNvPr id="3" name="">
            <a:extLst xmlns:a="http://schemas.openxmlformats.org/drawingml/2006/main">
              <a:ext uri="{FF2B5EF4-FFF2-40B4-BE49-F238E27FC236}">
                <a16:creationId xmlns:a16="http://schemas.microsoft.com/office/drawing/2014/main" id="{DE28F5BB-7BA4-41B4-80F5-0009E53E2400}"/>
              </a:ext>
            </a:extLst>
          </p:cNvPr>
          <p:cNvSpPr>
            <a:spLocks xmlns:a="http://schemas.openxmlformats.org/drawingml/2006/main" noGrp="1"/>
          </p:cNvSpPr>
          <p:nvPr/>
        </p:nvSpPr>
        <p:spPr>
          <a:xfrm xmlns:a="http://schemas.openxmlformats.org/drawingml/2006/main">
            <a:off x="609600" y="1695450"/>
            <a:ext cx="590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i="0">
                <a:solidFill>
                  <a:srgbClr val="64748B"/>
                </a:solidFill>
                <a:latin typeface="Aptos"/>
                <a:ea typeface="Aptos"/>
                <a:cs typeface="Aptos"/>
              </a:defRPr>
            </a:pPr>
            <a:r>
              <a:rPr sz="1350" b="0" i="0">
                <a:solidFill>
                  <a:srgbClr val="64748B"/>
                </a:solidFill>
                <a:latin typeface="Aptos"/>
                <a:ea typeface="Aptos"/>
                <a:cs typeface="Aptos"/>
              </a:rPr>
              <a:t>Long desktop admin panels become a tabbed operations area with one purpose per screen.</a:t>
            </a:r>
          </a:p>
        </p:txBody>
      </p:sp>
      <p:sp>
        <p:nvSpPr>
          <p:cNvPr id="4" name="">
            <a:extLst xmlns:a="http://schemas.openxmlformats.org/drawingml/2006/main">
              <a:ext uri="{FF2B5EF4-FFF2-40B4-BE49-F238E27FC236}">
                <a16:creationId xmlns:a16="http://schemas.microsoft.com/office/drawing/2014/main" id="{5753BF84-C7CD-4948-8FA4-53B6F57641A4}"/>
              </a:ext>
            </a:extLst>
          </p:cNvPr>
          <p:cNvSpPr>
            <a:spLocks xmlns:a="http://schemas.openxmlformats.org/drawingml/2006/main" noGrp="1"/>
          </p:cNvSpPr>
          <p:nvPr/>
        </p:nvSpPr>
        <p:spPr>
          <a:xfrm xmlns:a="http://schemas.openxmlformats.org/drawingml/2006/main">
            <a:off x="904875" y="1619250"/>
            <a:ext cx="2705100" cy="5191125"/>
          </a:xfrm>
          <a:prstGeom xmlns:a="http://schemas.openxmlformats.org/drawingml/2006/main" prst="roundRect">
            <a:avLst>
              <a:gd name="adj" fmla="val 2817"/>
            </a:avLst>
          </a:prstGeom>
          <a:solidFill xmlns:a="http://schemas.openxmlformats.org/drawingml/2006/main">
            <a:srgbClr val="10182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B15C40-6A71-4A1E-861B-A46DEC77AB5E}"/>
              </a:ext>
            </a:extLst>
          </p:cNvPr>
          <p:cNvSpPr>
            <a:spLocks xmlns:a="http://schemas.openxmlformats.org/drawingml/2006/main" noGrp="1"/>
          </p:cNvSpPr>
          <p:nvPr/>
        </p:nvSpPr>
        <p:spPr>
          <a:xfrm xmlns:a="http://schemas.openxmlformats.org/drawingml/2006/main">
            <a:off x="1019175" y="1733550"/>
            <a:ext cx="2476500" cy="4962525"/>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D904C0A-B2C0-4092-9953-D5396C2AB649}"/>
              </a:ext>
            </a:extLst>
          </p:cNvPr>
          <p:cNvSpPr>
            <a:spLocks xmlns:a="http://schemas.openxmlformats.org/drawingml/2006/main" noGrp="1"/>
          </p:cNvSpPr>
          <p:nvPr/>
        </p:nvSpPr>
        <p:spPr>
          <a:xfrm xmlns:a="http://schemas.openxmlformats.org/drawingml/2006/main">
            <a:off x="1933575" y="1809750"/>
            <a:ext cx="647700" cy="66675"/>
          </a:xfrm>
          <a:prstGeom xmlns:a="http://schemas.openxmlformats.org/drawingml/2006/main" prst="roundRect">
            <a:avLst>
              <a:gd name="adj" fmla="val 50000"/>
            </a:avLst>
          </a:prstGeom>
          <a:solidFill xmlns:a="http://schemas.openxmlformats.org/drawingml/2006/main">
            <a:srgbClr val="11182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2205B47-3F59-4517-9496-F18ADDEE83DE}"/>
              </a:ext>
            </a:extLst>
          </p:cNvPr>
          <p:cNvSpPr>
            <a:spLocks xmlns:a="http://schemas.openxmlformats.org/drawingml/2006/main" noGrp="1"/>
          </p:cNvSpPr>
          <p:nvPr/>
        </p:nvSpPr>
        <p:spPr>
          <a:xfrm xmlns:a="http://schemas.openxmlformats.org/drawingml/2006/main">
            <a:off x="1190625" y="19431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i="0">
                <a:solidFill>
                  <a:srgbClr val="111827"/>
                </a:solidFill>
                <a:latin typeface="Aptos"/>
                <a:ea typeface="Aptos"/>
                <a:cs typeface="Aptos"/>
              </a:defRPr>
            </a:pPr>
            <a:r>
              <a:rPr sz="1125" b="1" i="0">
                <a:solidFill>
                  <a:srgbClr val="111827"/>
                </a:solidFill>
                <a:latin typeface="Aptos"/>
                <a:ea typeface="Aptos"/>
                <a:cs typeface="Aptos"/>
              </a:rPr>
              <a:t>FanVerdict</a:t>
            </a:r>
          </a:p>
        </p:txBody>
      </p:sp>
      <p:sp>
        <p:nvSpPr>
          <p:cNvPr id="8" name="">
            <a:extLst xmlns:a="http://schemas.openxmlformats.org/drawingml/2006/main">
              <a:ext uri="{FF2B5EF4-FFF2-40B4-BE49-F238E27FC236}">
                <a16:creationId xmlns:a16="http://schemas.microsoft.com/office/drawing/2014/main" id="{EDA06426-E13A-4795-8AA7-8EBAD165FB58}"/>
              </a:ext>
            </a:extLst>
          </p:cNvPr>
          <p:cNvSpPr>
            <a:spLocks xmlns:a="http://schemas.openxmlformats.org/drawingml/2006/main" noGrp="1"/>
          </p:cNvSpPr>
          <p:nvPr/>
        </p:nvSpPr>
        <p:spPr>
          <a:xfrm xmlns:a="http://schemas.openxmlformats.org/drawingml/2006/main">
            <a:off x="2695575" y="19431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825" b="1" i="0">
                <a:solidFill>
                  <a:srgbClr val="2563EB"/>
                </a:solidFill>
                <a:latin typeface="Aptos"/>
                <a:ea typeface="Aptos"/>
                <a:cs typeface="Aptos"/>
              </a:defRPr>
            </a:pPr>
            <a:r>
              <a:rPr sz="825" b="1" i="0">
                <a:solidFill>
                  <a:srgbClr val="2563EB"/>
                </a:solidFill>
                <a:latin typeface="Aptos"/>
                <a:ea typeface="Aptos"/>
                <a:cs typeface="Aptos"/>
              </a:rPr>
              <a:t>Admin</a:t>
            </a:r>
          </a:p>
        </p:txBody>
      </p:sp>
      <p:sp>
        <p:nvSpPr>
          <p:cNvPr id="9" name="">
            <a:extLst xmlns:a="http://schemas.openxmlformats.org/drawingml/2006/main">
              <a:ext uri="{FF2B5EF4-FFF2-40B4-BE49-F238E27FC236}">
                <a16:creationId xmlns:a16="http://schemas.microsoft.com/office/drawing/2014/main" id="{36105D09-FADA-445C-AD81-C3EEDD2DC832}"/>
              </a:ext>
            </a:extLst>
          </p:cNvPr>
          <p:cNvSpPr>
            <a:spLocks xmlns:a="http://schemas.openxmlformats.org/drawingml/2006/main" noGrp="1"/>
          </p:cNvSpPr>
          <p:nvPr/>
        </p:nvSpPr>
        <p:spPr>
          <a:xfrm xmlns:a="http://schemas.openxmlformats.org/drawingml/2006/main">
            <a:off x="1190625" y="2286000"/>
            <a:ext cx="213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Match Poll</a:t>
            </a:r>
          </a:p>
        </p:txBody>
      </p:sp>
      <p:sp>
        <p:nvSpPr>
          <p:cNvPr id="10" name="">
            <a:extLst xmlns:a="http://schemas.openxmlformats.org/drawingml/2006/main">
              <a:ext uri="{FF2B5EF4-FFF2-40B4-BE49-F238E27FC236}">
                <a16:creationId xmlns:a16="http://schemas.microsoft.com/office/drawing/2014/main" id="{2AD286A1-2491-4794-B0F4-C0ABAAE3623D}"/>
              </a:ext>
            </a:extLst>
          </p:cNvPr>
          <p:cNvSpPr>
            <a:spLocks xmlns:a="http://schemas.openxmlformats.org/drawingml/2006/main" noGrp="1"/>
          </p:cNvSpPr>
          <p:nvPr/>
        </p:nvSpPr>
        <p:spPr>
          <a:xfrm xmlns:a="http://schemas.openxmlformats.org/drawingml/2006/main">
            <a:off x="1228725" y="2667000"/>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i="0">
                <a:solidFill>
                  <a:srgbClr val="111827"/>
                </a:solidFill>
                <a:latin typeface="Aptos"/>
                <a:ea typeface="Aptos"/>
                <a:cs typeface="Aptos"/>
              </a:defRPr>
            </a:pPr>
            <a:r>
              <a:rPr sz="1200" b="1" i="0">
                <a:solidFill>
                  <a:srgbClr val="111827"/>
                </a:solidFill>
                <a:latin typeface="Aptos"/>
                <a:ea typeface="Aptos"/>
                <a:cs typeface="Aptos"/>
              </a:rPr>
              <a:t>Match</a:t>
            </a:r>
          </a:p>
        </p:txBody>
      </p:sp>
      <p:sp>
        <p:nvSpPr>
          <p:cNvPr id="11" name="">
            <a:extLst xmlns:a="http://schemas.openxmlformats.org/drawingml/2006/main">
              <a:ext uri="{FF2B5EF4-FFF2-40B4-BE49-F238E27FC236}">
                <a16:creationId xmlns:a16="http://schemas.microsoft.com/office/drawing/2014/main" id="{5AA82D88-4921-464C-8E99-DB60E674DD9B}"/>
              </a:ext>
            </a:extLst>
          </p:cNvPr>
          <p:cNvSpPr>
            <a:spLocks xmlns:a="http://schemas.openxmlformats.org/drawingml/2006/main" noGrp="1"/>
          </p:cNvSpPr>
          <p:nvPr/>
        </p:nvSpPr>
        <p:spPr>
          <a:xfrm xmlns:a="http://schemas.openxmlformats.org/drawingml/2006/main">
            <a:off x="1228725" y="2933700"/>
            <a:ext cx="2057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Game number</a:t>
            </a:r>
          </a:p>
        </p:txBody>
      </p:sp>
      <p:sp>
        <p:nvSpPr>
          <p:cNvPr id="12" name="">
            <a:extLst xmlns:a="http://schemas.openxmlformats.org/drawingml/2006/main">
              <a:ext uri="{FF2B5EF4-FFF2-40B4-BE49-F238E27FC236}">
                <a16:creationId xmlns:a16="http://schemas.microsoft.com/office/drawing/2014/main" id="{84F31579-91D0-4B35-BBC8-DE5F554BB1A9}"/>
              </a:ext>
            </a:extLst>
          </p:cNvPr>
          <p:cNvSpPr>
            <a:spLocks xmlns:a="http://schemas.openxmlformats.org/drawingml/2006/main" noGrp="1"/>
          </p:cNvSpPr>
          <p:nvPr/>
        </p:nvSpPr>
        <p:spPr>
          <a:xfrm xmlns:a="http://schemas.openxmlformats.org/drawingml/2006/main">
            <a:off x="1228725" y="3143250"/>
            <a:ext cx="20574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13" name="">
            <a:extLst xmlns:a="http://schemas.openxmlformats.org/drawingml/2006/main">
              <a:ext uri="{FF2B5EF4-FFF2-40B4-BE49-F238E27FC236}">
                <a16:creationId xmlns:a16="http://schemas.microsoft.com/office/drawing/2014/main" id="{C579F974-FB88-428A-8FA6-A972F7E02192}"/>
              </a:ext>
            </a:extLst>
          </p:cNvPr>
          <p:cNvSpPr>
            <a:spLocks xmlns:a="http://schemas.openxmlformats.org/drawingml/2006/main" noGrp="1"/>
          </p:cNvSpPr>
          <p:nvPr/>
        </p:nvSpPr>
        <p:spPr>
          <a:xfrm xmlns:a="http://schemas.openxmlformats.org/drawingml/2006/main">
            <a:off x="1362075" y="3257550"/>
            <a:ext cx="1790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12</a:t>
            </a:r>
          </a:p>
        </p:txBody>
      </p:sp>
      <p:sp>
        <p:nvSpPr>
          <p:cNvPr id="14" name="">
            <a:extLst xmlns:a="http://schemas.openxmlformats.org/drawingml/2006/main">
              <a:ext uri="{FF2B5EF4-FFF2-40B4-BE49-F238E27FC236}">
                <a16:creationId xmlns:a16="http://schemas.microsoft.com/office/drawing/2014/main" id="{529D1732-F862-43E8-B1D4-9EF8356131E7}"/>
              </a:ext>
            </a:extLst>
          </p:cNvPr>
          <p:cNvSpPr>
            <a:spLocks xmlns:a="http://schemas.openxmlformats.org/drawingml/2006/main" noGrp="1"/>
          </p:cNvSpPr>
          <p:nvPr/>
        </p:nvSpPr>
        <p:spPr>
          <a:xfrm xmlns:a="http://schemas.openxmlformats.org/drawingml/2006/main">
            <a:off x="1228725" y="3657600"/>
            <a:ext cx="2057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Team A</a:t>
            </a:r>
          </a:p>
        </p:txBody>
      </p:sp>
      <p:sp>
        <p:nvSpPr>
          <p:cNvPr id="15" name="">
            <a:extLst xmlns:a="http://schemas.openxmlformats.org/drawingml/2006/main">
              <a:ext uri="{FF2B5EF4-FFF2-40B4-BE49-F238E27FC236}">
                <a16:creationId xmlns:a16="http://schemas.microsoft.com/office/drawing/2014/main" id="{D83112D0-D4DF-4106-82EA-17BAE84F9385}"/>
              </a:ext>
            </a:extLst>
          </p:cNvPr>
          <p:cNvSpPr>
            <a:spLocks xmlns:a="http://schemas.openxmlformats.org/drawingml/2006/main" noGrp="1"/>
          </p:cNvSpPr>
          <p:nvPr/>
        </p:nvSpPr>
        <p:spPr>
          <a:xfrm xmlns:a="http://schemas.openxmlformats.org/drawingml/2006/main">
            <a:off x="1228725" y="3867150"/>
            <a:ext cx="20574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16" name="">
            <a:extLst xmlns:a="http://schemas.openxmlformats.org/drawingml/2006/main">
              <a:ext uri="{FF2B5EF4-FFF2-40B4-BE49-F238E27FC236}">
                <a16:creationId xmlns:a16="http://schemas.microsoft.com/office/drawing/2014/main" id="{D7BF3F72-731C-4EA4-A5A6-C9B2E8470835}"/>
              </a:ext>
            </a:extLst>
          </p:cNvPr>
          <p:cNvSpPr>
            <a:spLocks xmlns:a="http://schemas.openxmlformats.org/drawingml/2006/main" noGrp="1"/>
          </p:cNvSpPr>
          <p:nvPr/>
        </p:nvSpPr>
        <p:spPr>
          <a:xfrm xmlns:a="http://schemas.openxmlformats.org/drawingml/2006/main">
            <a:off x="1362075" y="3981450"/>
            <a:ext cx="1790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CSK</a:t>
            </a:r>
          </a:p>
        </p:txBody>
      </p:sp>
      <p:sp>
        <p:nvSpPr>
          <p:cNvPr id="17" name="">
            <a:extLst xmlns:a="http://schemas.openxmlformats.org/drawingml/2006/main">
              <a:ext uri="{FF2B5EF4-FFF2-40B4-BE49-F238E27FC236}">
                <a16:creationId xmlns:a16="http://schemas.microsoft.com/office/drawing/2014/main" id="{03974C73-CF22-41D0-BB50-AFFA0FB64791}"/>
              </a:ext>
            </a:extLst>
          </p:cNvPr>
          <p:cNvSpPr>
            <a:spLocks xmlns:a="http://schemas.openxmlformats.org/drawingml/2006/main" noGrp="1"/>
          </p:cNvSpPr>
          <p:nvPr/>
        </p:nvSpPr>
        <p:spPr>
          <a:xfrm xmlns:a="http://schemas.openxmlformats.org/drawingml/2006/main">
            <a:off x="1228725" y="4381500"/>
            <a:ext cx="2057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Team B</a:t>
            </a:r>
          </a:p>
        </p:txBody>
      </p:sp>
      <p:sp>
        <p:nvSpPr>
          <p:cNvPr id="18" name="">
            <a:extLst xmlns:a="http://schemas.openxmlformats.org/drawingml/2006/main">
              <a:ext uri="{FF2B5EF4-FFF2-40B4-BE49-F238E27FC236}">
                <a16:creationId xmlns:a16="http://schemas.microsoft.com/office/drawing/2014/main" id="{DFEBE208-BFAC-4E9D-9EAF-77F1A18A141B}"/>
              </a:ext>
            </a:extLst>
          </p:cNvPr>
          <p:cNvSpPr>
            <a:spLocks xmlns:a="http://schemas.openxmlformats.org/drawingml/2006/main" noGrp="1"/>
          </p:cNvSpPr>
          <p:nvPr/>
        </p:nvSpPr>
        <p:spPr>
          <a:xfrm xmlns:a="http://schemas.openxmlformats.org/drawingml/2006/main">
            <a:off x="1228725" y="4591050"/>
            <a:ext cx="20574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19" name="">
            <a:extLst xmlns:a="http://schemas.openxmlformats.org/drawingml/2006/main">
              <a:ext uri="{FF2B5EF4-FFF2-40B4-BE49-F238E27FC236}">
                <a16:creationId xmlns:a16="http://schemas.microsoft.com/office/drawing/2014/main" id="{BF87335B-8D66-4374-A3F0-B2C4E5A9967F}"/>
              </a:ext>
            </a:extLst>
          </p:cNvPr>
          <p:cNvSpPr>
            <a:spLocks xmlns:a="http://schemas.openxmlformats.org/drawingml/2006/main" noGrp="1"/>
          </p:cNvSpPr>
          <p:nvPr/>
        </p:nvSpPr>
        <p:spPr>
          <a:xfrm xmlns:a="http://schemas.openxmlformats.org/drawingml/2006/main">
            <a:off x="1362075" y="4705350"/>
            <a:ext cx="1790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RCB</a:t>
            </a:r>
          </a:p>
        </p:txBody>
      </p:sp>
      <p:sp>
        <p:nvSpPr>
          <p:cNvPr id="20" name="">
            <a:extLst xmlns:a="http://schemas.openxmlformats.org/drawingml/2006/main">
              <a:ext uri="{FF2B5EF4-FFF2-40B4-BE49-F238E27FC236}">
                <a16:creationId xmlns:a16="http://schemas.microsoft.com/office/drawing/2014/main" id="{541FD16B-4568-4B51-B62B-161479EAA2D5}"/>
              </a:ext>
            </a:extLst>
          </p:cNvPr>
          <p:cNvSpPr>
            <a:spLocks xmlns:a="http://schemas.openxmlformats.org/drawingml/2006/main" noGrp="1"/>
          </p:cNvSpPr>
          <p:nvPr/>
        </p:nvSpPr>
        <p:spPr>
          <a:xfrm xmlns:a="http://schemas.openxmlformats.org/drawingml/2006/main">
            <a:off x="1228725" y="5105400"/>
            <a:ext cx="1162050" cy="304800"/>
          </a:xfrm>
          <a:prstGeom xmlns:a="http://schemas.openxmlformats.org/drawingml/2006/main" prst="roundRect">
            <a:avLst>
              <a:gd name="adj" fmla="val 25000"/>
            </a:avLst>
          </a:prstGeom>
          <a:solidFill xmlns:a="http://schemas.openxmlformats.org/drawingml/2006/main">
            <a:srgbClr val="DBEAF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8FFA0D7-D1C6-490B-958F-F2B1918A28B1}"/>
              </a:ext>
            </a:extLst>
          </p:cNvPr>
          <p:cNvSpPr>
            <a:spLocks xmlns:a="http://schemas.openxmlformats.org/drawingml/2006/main" noGrp="1"/>
          </p:cNvSpPr>
          <p:nvPr/>
        </p:nvSpPr>
        <p:spPr>
          <a:xfrm xmlns:a="http://schemas.openxmlformats.org/drawingml/2006/main">
            <a:off x="1381125" y="5191125"/>
            <a:ext cx="85725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825" b="1" i="0">
                <a:solidFill>
                  <a:srgbClr val="2563EB"/>
                </a:solidFill>
                <a:latin typeface="Aptos"/>
                <a:ea typeface="Aptos"/>
                <a:cs typeface="Aptos"/>
              </a:defRPr>
            </a:pPr>
            <a:r>
              <a:rPr sz="825" b="1" i="0">
                <a:solidFill>
                  <a:srgbClr val="2563EB"/>
                </a:solidFill>
                <a:latin typeface="Aptos"/>
                <a:ea typeface="Aptos"/>
                <a:cs typeface="Aptos"/>
              </a:rPr>
              <a:t>+ Add option</a:t>
            </a:r>
          </a:p>
        </p:txBody>
      </p:sp>
      <p:sp>
        <p:nvSpPr>
          <p:cNvPr id="22" name="">
            <a:extLst xmlns:a="http://schemas.openxmlformats.org/drawingml/2006/main">
              <a:ext uri="{FF2B5EF4-FFF2-40B4-BE49-F238E27FC236}">
                <a16:creationId xmlns:a16="http://schemas.microsoft.com/office/drawing/2014/main" id="{5FEF94DA-3F9F-4198-9051-AC26344061B5}"/>
              </a:ext>
            </a:extLst>
          </p:cNvPr>
          <p:cNvSpPr>
            <a:spLocks xmlns:a="http://schemas.openxmlformats.org/drawingml/2006/main" noGrp="1"/>
          </p:cNvSpPr>
          <p:nvPr/>
        </p:nvSpPr>
        <p:spPr>
          <a:xfrm xmlns:a="http://schemas.openxmlformats.org/drawingml/2006/main">
            <a:off x="1228725" y="5562600"/>
            <a:ext cx="2057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Lock time</a:t>
            </a:r>
          </a:p>
        </p:txBody>
      </p:sp>
      <p:sp>
        <p:nvSpPr>
          <p:cNvPr id="23" name="">
            <a:extLst xmlns:a="http://schemas.openxmlformats.org/drawingml/2006/main">
              <a:ext uri="{FF2B5EF4-FFF2-40B4-BE49-F238E27FC236}">
                <a16:creationId xmlns:a16="http://schemas.microsoft.com/office/drawing/2014/main" id="{5CA4E3AF-1B4E-4F1B-AE34-0B7786E17DA5}"/>
              </a:ext>
            </a:extLst>
          </p:cNvPr>
          <p:cNvSpPr>
            <a:spLocks xmlns:a="http://schemas.openxmlformats.org/drawingml/2006/main" noGrp="1"/>
          </p:cNvSpPr>
          <p:nvPr/>
        </p:nvSpPr>
        <p:spPr>
          <a:xfrm xmlns:a="http://schemas.openxmlformats.org/drawingml/2006/main">
            <a:off x="1228725" y="5772150"/>
            <a:ext cx="20574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24" name="">
            <a:extLst xmlns:a="http://schemas.openxmlformats.org/drawingml/2006/main">
              <a:ext uri="{FF2B5EF4-FFF2-40B4-BE49-F238E27FC236}">
                <a16:creationId xmlns:a16="http://schemas.microsoft.com/office/drawing/2014/main" id="{F4C3EBF5-38B3-44B4-8A07-E94199C55E65}"/>
              </a:ext>
            </a:extLst>
          </p:cNvPr>
          <p:cNvSpPr>
            <a:spLocks xmlns:a="http://schemas.openxmlformats.org/drawingml/2006/main" noGrp="1"/>
          </p:cNvSpPr>
          <p:nvPr/>
        </p:nvSpPr>
        <p:spPr>
          <a:xfrm xmlns:a="http://schemas.openxmlformats.org/drawingml/2006/main">
            <a:off x="1362075" y="5886450"/>
            <a:ext cx="1790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Today 7:30 PM  v</a:t>
            </a:r>
          </a:p>
        </p:txBody>
      </p:sp>
      <p:sp>
        <p:nvSpPr>
          <p:cNvPr id="25" name="">
            <a:extLst xmlns:a="http://schemas.openxmlformats.org/drawingml/2006/main">
              <a:ext uri="{FF2B5EF4-FFF2-40B4-BE49-F238E27FC236}">
                <a16:creationId xmlns:a16="http://schemas.microsoft.com/office/drawing/2014/main" id="{C8868C93-4501-4C72-9FA6-4006FCE62DF8}"/>
              </a:ext>
            </a:extLst>
          </p:cNvPr>
          <p:cNvSpPr>
            <a:spLocks xmlns:a="http://schemas.openxmlformats.org/drawingml/2006/main" noGrp="1"/>
          </p:cNvSpPr>
          <p:nvPr/>
        </p:nvSpPr>
        <p:spPr>
          <a:xfrm xmlns:a="http://schemas.openxmlformats.org/drawingml/2006/main">
            <a:off x="1228725" y="6400800"/>
            <a:ext cx="2057400" cy="438150"/>
          </a:xfrm>
          <a:prstGeom xmlns:a="http://schemas.openxmlformats.org/drawingml/2006/main" prst="roundRect">
            <a:avLst>
              <a:gd name="adj" fmla="val 17391"/>
            </a:avLst>
          </a:prstGeom>
          <a:solidFill xmlns:a="http://schemas.openxmlformats.org/drawingml/2006/main">
            <a:srgbClr val="2563EB"/>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Create match poll</a:t>
            </a:r>
          </a:p>
        </p:txBody>
      </p:sp>
      <p:sp>
        <p:nvSpPr>
          <p:cNvPr id="26" name="">
            <a:extLst xmlns:a="http://schemas.openxmlformats.org/drawingml/2006/main">
              <a:ext uri="{FF2B5EF4-FFF2-40B4-BE49-F238E27FC236}">
                <a16:creationId xmlns:a16="http://schemas.microsoft.com/office/drawing/2014/main" id="{2DFA6818-FFE4-44FD-AE1C-5FA0A6F7A05A}"/>
              </a:ext>
            </a:extLst>
          </p:cNvPr>
          <p:cNvSpPr>
            <a:spLocks xmlns:a="http://schemas.openxmlformats.org/drawingml/2006/main" noGrp="1"/>
          </p:cNvSpPr>
          <p:nvPr/>
        </p:nvSpPr>
        <p:spPr>
          <a:xfrm xmlns:a="http://schemas.openxmlformats.org/drawingml/2006/main">
            <a:off x="4191000" y="1952625"/>
            <a:ext cx="2476500" cy="4762500"/>
          </a:xfrm>
          <a:prstGeom xmlns:a="http://schemas.openxmlformats.org/drawingml/2006/main" prst="roundRect">
            <a:avLst>
              <a:gd name="adj" fmla="val 3077"/>
            </a:avLst>
          </a:prstGeom>
          <a:solidFill xmlns:a="http://schemas.openxmlformats.org/drawingml/2006/main">
            <a:srgbClr val="10182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3E9F2B6-6D7C-41B9-B32D-B5CDC2199F9E}"/>
              </a:ext>
            </a:extLst>
          </p:cNvPr>
          <p:cNvSpPr>
            <a:spLocks xmlns:a="http://schemas.openxmlformats.org/drawingml/2006/main" noGrp="1"/>
          </p:cNvSpPr>
          <p:nvPr/>
        </p:nvSpPr>
        <p:spPr>
          <a:xfrm xmlns:a="http://schemas.openxmlformats.org/drawingml/2006/main">
            <a:off x="4305300" y="2066925"/>
            <a:ext cx="2247900" cy="4533900"/>
          </a:xfrm>
          <a:prstGeom xmlns:a="http://schemas.openxmlformats.org/drawingml/2006/main" prst="roundRect">
            <a:avLst>
              <a:gd name="adj" fmla="val 3390"/>
            </a:avLst>
          </a:prstGeom>
          <a:solidFill xmlns:a="http://schemas.openxmlformats.org/drawingml/2006/main">
            <a:srgbClr val="F8FAF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969674A-4F62-45D7-AE78-7137A88326D6}"/>
              </a:ext>
            </a:extLst>
          </p:cNvPr>
          <p:cNvSpPr>
            <a:spLocks xmlns:a="http://schemas.openxmlformats.org/drawingml/2006/main" noGrp="1"/>
          </p:cNvSpPr>
          <p:nvPr/>
        </p:nvSpPr>
        <p:spPr>
          <a:xfrm xmlns:a="http://schemas.openxmlformats.org/drawingml/2006/main">
            <a:off x="5105400" y="2143125"/>
            <a:ext cx="647700" cy="66675"/>
          </a:xfrm>
          <a:prstGeom xmlns:a="http://schemas.openxmlformats.org/drawingml/2006/main" prst="roundRect">
            <a:avLst>
              <a:gd name="adj" fmla="val 50000"/>
            </a:avLst>
          </a:prstGeom>
          <a:solidFill xmlns:a="http://schemas.openxmlformats.org/drawingml/2006/main">
            <a:srgbClr val="11182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8423852-8F2C-41DE-97B4-324917557086}"/>
              </a:ext>
            </a:extLst>
          </p:cNvPr>
          <p:cNvSpPr>
            <a:spLocks xmlns:a="http://schemas.openxmlformats.org/drawingml/2006/main" noGrp="1"/>
          </p:cNvSpPr>
          <p:nvPr/>
        </p:nvSpPr>
        <p:spPr>
          <a:xfrm xmlns:a="http://schemas.openxmlformats.org/drawingml/2006/main">
            <a:off x="4476750" y="227647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i="0">
                <a:solidFill>
                  <a:srgbClr val="111827"/>
                </a:solidFill>
                <a:latin typeface="Aptos"/>
                <a:ea typeface="Aptos"/>
                <a:cs typeface="Aptos"/>
              </a:defRPr>
            </a:pPr>
            <a:r>
              <a:rPr sz="1125" b="1" i="0">
                <a:solidFill>
                  <a:srgbClr val="111827"/>
                </a:solidFill>
                <a:latin typeface="Aptos"/>
                <a:ea typeface="Aptos"/>
                <a:cs typeface="Aptos"/>
              </a:rPr>
              <a:t>FanVerdict</a:t>
            </a:r>
          </a:p>
        </p:txBody>
      </p:sp>
      <p:sp>
        <p:nvSpPr>
          <p:cNvPr id="30" name="">
            <a:extLst xmlns:a="http://schemas.openxmlformats.org/drawingml/2006/main">
              <a:ext uri="{FF2B5EF4-FFF2-40B4-BE49-F238E27FC236}">
                <a16:creationId xmlns:a16="http://schemas.microsoft.com/office/drawing/2014/main" id="{D8AB0A6F-603D-4311-B5A0-A10365EFD762}"/>
              </a:ext>
            </a:extLst>
          </p:cNvPr>
          <p:cNvSpPr>
            <a:spLocks xmlns:a="http://schemas.openxmlformats.org/drawingml/2006/main" noGrp="1"/>
          </p:cNvSpPr>
          <p:nvPr/>
        </p:nvSpPr>
        <p:spPr>
          <a:xfrm xmlns:a="http://schemas.openxmlformats.org/drawingml/2006/main">
            <a:off x="5753100" y="2276475"/>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825" b="1" i="0">
                <a:solidFill>
                  <a:srgbClr val="2563EB"/>
                </a:solidFill>
                <a:latin typeface="Aptos"/>
                <a:ea typeface="Aptos"/>
                <a:cs typeface="Aptos"/>
              </a:defRPr>
            </a:pPr>
            <a:r>
              <a:rPr sz="825" b="1" i="0">
                <a:solidFill>
                  <a:srgbClr val="2563EB"/>
                </a:solidFill>
                <a:latin typeface="Aptos"/>
                <a:ea typeface="Aptos"/>
                <a:cs typeface="Aptos"/>
              </a:rPr>
              <a:t>Admin</a:t>
            </a:r>
          </a:p>
        </p:txBody>
      </p:sp>
      <p:sp>
        <p:nvSpPr>
          <p:cNvPr id="31" name="">
            <a:extLst xmlns:a="http://schemas.openxmlformats.org/drawingml/2006/main">
              <a:ext uri="{FF2B5EF4-FFF2-40B4-BE49-F238E27FC236}">
                <a16:creationId xmlns:a16="http://schemas.microsoft.com/office/drawing/2014/main" id="{2FA2F459-2F7B-461D-8C82-ECDA35985E1F}"/>
              </a:ext>
            </a:extLst>
          </p:cNvPr>
          <p:cNvSpPr>
            <a:spLocks xmlns:a="http://schemas.openxmlformats.org/drawingml/2006/main" noGrp="1"/>
          </p:cNvSpPr>
          <p:nvPr/>
        </p:nvSpPr>
        <p:spPr>
          <a:xfrm xmlns:a="http://schemas.openxmlformats.org/drawingml/2006/main">
            <a:off x="4476750" y="2619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1" i="0">
                <a:solidFill>
                  <a:srgbClr val="111827"/>
                </a:solidFill>
                <a:latin typeface="Aptos"/>
                <a:ea typeface="Aptos"/>
                <a:cs typeface="Aptos"/>
              </a:defRPr>
            </a:pPr>
            <a:r>
              <a:rPr sz="1425" b="1" i="0">
                <a:solidFill>
                  <a:srgbClr val="111827"/>
                </a:solidFill>
                <a:latin typeface="Aptos"/>
                <a:ea typeface="Aptos"/>
                <a:cs typeface="Aptos"/>
              </a:rPr>
              <a:t>Set Result</a:t>
            </a:r>
          </a:p>
        </p:txBody>
      </p:sp>
      <p:sp>
        <p:nvSpPr>
          <p:cNvPr id="32" name="">
            <a:extLst xmlns:a="http://schemas.openxmlformats.org/drawingml/2006/main">
              <a:ext uri="{FF2B5EF4-FFF2-40B4-BE49-F238E27FC236}">
                <a16:creationId xmlns:a16="http://schemas.microsoft.com/office/drawing/2014/main" id="{D4BF6AAE-6240-4AF6-940B-6CE49406ABEA}"/>
              </a:ext>
            </a:extLst>
          </p:cNvPr>
          <p:cNvSpPr>
            <a:spLocks xmlns:a="http://schemas.openxmlformats.org/drawingml/2006/main" noGrp="1"/>
          </p:cNvSpPr>
          <p:nvPr/>
        </p:nvSpPr>
        <p:spPr>
          <a:xfrm xmlns:a="http://schemas.openxmlformats.org/drawingml/2006/main">
            <a:off x="4495800" y="3171825"/>
            <a:ext cx="1866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Poll</a:t>
            </a:r>
          </a:p>
        </p:txBody>
      </p:sp>
      <p:sp>
        <p:nvSpPr>
          <p:cNvPr id="33" name="">
            <a:extLst xmlns:a="http://schemas.openxmlformats.org/drawingml/2006/main">
              <a:ext uri="{FF2B5EF4-FFF2-40B4-BE49-F238E27FC236}">
                <a16:creationId xmlns:a16="http://schemas.microsoft.com/office/drawing/2014/main" id="{E1B137C1-7303-4481-A56F-EB50D8ED81C0}"/>
              </a:ext>
            </a:extLst>
          </p:cNvPr>
          <p:cNvSpPr>
            <a:spLocks xmlns:a="http://schemas.openxmlformats.org/drawingml/2006/main" noGrp="1"/>
          </p:cNvSpPr>
          <p:nvPr/>
        </p:nvSpPr>
        <p:spPr>
          <a:xfrm xmlns:a="http://schemas.openxmlformats.org/drawingml/2006/main">
            <a:off x="4495800" y="3381375"/>
            <a:ext cx="18669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34" name="">
            <a:extLst xmlns:a="http://schemas.openxmlformats.org/drawingml/2006/main">
              <a:ext uri="{FF2B5EF4-FFF2-40B4-BE49-F238E27FC236}">
                <a16:creationId xmlns:a16="http://schemas.microsoft.com/office/drawing/2014/main" id="{AA7FD1E3-A35C-4251-BE34-4A0DF3E61CDA}"/>
              </a:ext>
            </a:extLst>
          </p:cNvPr>
          <p:cNvSpPr>
            <a:spLocks xmlns:a="http://schemas.openxmlformats.org/drawingml/2006/main" noGrp="1"/>
          </p:cNvSpPr>
          <p:nvPr/>
        </p:nvSpPr>
        <p:spPr>
          <a:xfrm xmlns:a="http://schemas.openxmlformats.org/drawingml/2006/main">
            <a:off x="4629150" y="3495675"/>
            <a:ext cx="1600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CSK vs RCB  v</a:t>
            </a:r>
          </a:p>
        </p:txBody>
      </p:sp>
      <p:sp>
        <p:nvSpPr>
          <p:cNvPr id="35" name="">
            <a:extLst xmlns:a="http://schemas.openxmlformats.org/drawingml/2006/main">
              <a:ext uri="{FF2B5EF4-FFF2-40B4-BE49-F238E27FC236}">
                <a16:creationId xmlns:a16="http://schemas.microsoft.com/office/drawing/2014/main" id="{1042EECF-C5C4-44CA-ADE8-013EB62454E4}"/>
              </a:ext>
            </a:extLst>
          </p:cNvPr>
          <p:cNvSpPr>
            <a:spLocks xmlns:a="http://schemas.openxmlformats.org/drawingml/2006/main" noGrp="1"/>
          </p:cNvSpPr>
          <p:nvPr/>
        </p:nvSpPr>
        <p:spPr>
          <a:xfrm xmlns:a="http://schemas.openxmlformats.org/drawingml/2006/main">
            <a:off x="4495800" y="3952875"/>
            <a:ext cx="18669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E5EAF2"/>
            </a:solidFill>
          </a:ln>
        </p:spPr>
      </p:sp>
      <p:sp>
        <p:nvSpPr>
          <p:cNvPr id="36" name="">
            <a:extLst xmlns:a="http://schemas.openxmlformats.org/drawingml/2006/main">
              <a:ext uri="{FF2B5EF4-FFF2-40B4-BE49-F238E27FC236}">
                <a16:creationId xmlns:a16="http://schemas.microsoft.com/office/drawing/2014/main" id="{45768AAC-B2E9-4BE8-A7FF-09538B82F117}"/>
              </a:ext>
            </a:extLst>
          </p:cNvPr>
          <p:cNvSpPr>
            <a:spLocks xmlns:a="http://schemas.openxmlformats.org/drawingml/2006/main" noGrp="1"/>
          </p:cNvSpPr>
          <p:nvPr/>
        </p:nvSpPr>
        <p:spPr>
          <a:xfrm xmlns:a="http://schemas.openxmlformats.org/drawingml/2006/main">
            <a:off x="4648200" y="4105275"/>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2563EB"/>
                </a:solidFill>
                <a:latin typeface="Aptos"/>
                <a:ea typeface="Aptos"/>
                <a:cs typeface="Aptos"/>
              </a:defRPr>
            </a:pPr>
            <a:r>
              <a:rPr sz="825" b="1" i="0">
                <a:solidFill>
                  <a:srgbClr val="2563EB"/>
                </a:solidFill>
                <a:latin typeface="Aptos"/>
                <a:ea typeface="Aptos"/>
                <a:cs typeface="Aptos"/>
              </a:rPr>
              <a:t>Selected poll</a:t>
            </a:r>
          </a:p>
        </p:txBody>
      </p:sp>
      <p:sp>
        <p:nvSpPr>
          <p:cNvPr id="37" name="">
            <a:extLst xmlns:a="http://schemas.openxmlformats.org/drawingml/2006/main">
              <a:ext uri="{FF2B5EF4-FFF2-40B4-BE49-F238E27FC236}">
                <a16:creationId xmlns:a16="http://schemas.microsoft.com/office/drawing/2014/main" id="{28B379CD-295F-4D53-AA3C-4785453088E8}"/>
              </a:ext>
            </a:extLst>
          </p:cNvPr>
          <p:cNvSpPr>
            <a:spLocks xmlns:a="http://schemas.openxmlformats.org/drawingml/2006/main" noGrp="1"/>
          </p:cNvSpPr>
          <p:nvPr/>
        </p:nvSpPr>
        <p:spPr>
          <a:xfrm xmlns:a="http://schemas.openxmlformats.org/drawingml/2006/main">
            <a:off x="4648200" y="43338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i="0">
                <a:solidFill>
                  <a:srgbClr val="111827"/>
                </a:solidFill>
                <a:latin typeface="Aptos"/>
                <a:ea typeface="Aptos"/>
                <a:cs typeface="Aptos"/>
              </a:defRPr>
            </a:pPr>
            <a:r>
              <a:rPr sz="975" b="1" i="0">
                <a:solidFill>
                  <a:srgbClr val="111827"/>
                </a:solidFill>
                <a:latin typeface="Aptos"/>
                <a:ea typeface="Aptos"/>
                <a:cs typeface="Aptos"/>
              </a:rPr>
              <a:t>CSK vs RCB: who wins?</a:t>
            </a:r>
          </a:p>
        </p:txBody>
      </p:sp>
      <p:sp>
        <p:nvSpPr>
          <p:cNvPr id="38" name="">
            <a:extLst xmlns:a="http://schemas.openxmlformats.org/drawingml/2006/main">
              <a:ext uri="{FF2B5EF4-FFF2-40B4-BE49-F238E27FC236}">
                <a16:creationId xmlns:a16="http://schemas.microsoft.com/office/drawing/2014/main" id="{87F37EC3-95D4-46D6-8C5F-BE379EA00546}"/>
              </a:ext>
            </a:extLst>
          </p:cNvPr>
          <p:cNvSpPr>
            <a:spLocks xmlns:a="http://schemas.openxmlformats.org/drawingml/2006/main" noGrp="1"/>
          </p:cNvSpPr>
          <p:nvPr/>
        </p:nvSpPr>
        <p:spPr>
          <a:xfrm xmlns:a="http://schemas.openxmlformats.org/drawingml/2006/main">
            <a:off x="4495800" y="4924425"/>
            <a:ext cx="1866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Winning option</a:t>
            </a:r>
          </a:p>
        </p:txBody>
      </p:sp>
      <p:sp>
        <p:nvSpPr>
          <p:cNvPr id="39" name="">
            <a:extLst xmlns:a="http://schemas.openxmlformats.org/drawingml/2006/main">
              <a:ext uri="{FF2B5EF4-FFF2-40B4-BE49-F238E27FC236}">
                <a16:creationId xmlns:a16="http://schemas.microsoft.com/office/drawing/2014/main" id="{900A1098-355C-403F-A2D6-E63DE24A75F9}"/>
              </a:ext>
            </a:extLst>
          </p:cNvPr>
          <p:cNvSpPr>
            <a:spLocks xmlns:a="http://schemas.openxmlformats.org/drawingml/2006/main" noGrp="1"/>
          </p:cNvSpPr>
          <p:nvPr/>
        </p:nvSpPr>
        <p:spPr>
          <a:xfrm xmlns:a="http://schemas.openxmlformats.org/drawingml/2006/main">
            <a:off x="4495800" y="5133975"/>
            <a:ext cx="18669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40" name="">
            <a:extLst xmlns:a="http://schemas.openxmlformats.org/drawingml/2006/main">
              <a:ext uri="{FF2B5EF4-FFF2-40B4-BE49-F238E27FC236}">
                <a16:creationId xmlns:a16="http://schemas.microsoft.com/office/drawing/2014/main" id="{36A45709-09AD-4ABA-A727-345F3009F621}"/>
              </a:ext>
            </a:extLst>
          </p:cNvPr>
          <p:cNvSpPr>
            <a:spLocks xmlns:a="http://schemas.openxmlformats.org/drawingml/2006/main" noGrp="1"/>
          </p:cNvSpPr>
          <p:nvPr/>
        </p:nvSpPr>
        <p:spPr>
          <a:xfrm xmlns:a="http://schemas.openxmlformats.org/drawingml/2006/main">
            <a:off x="4629150" y="5248275"/>
            <a:ext cx="1600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RCB  v</a:t>
            </a:r>
          </a:p>
        </p:txBody>
      </p:sp>
      <p:sp>
        <p:nvSpPr>
          <p:cNvPr id="41" name="">
            <a:extLst xmlns:a="http://schemas.openxmlformats.org/drawingml/2006/main">
              <a:ext uri="{FF2B5EF4-FFF2-40B4-BE49-F238E27FC236}">
                <a16:creationId xmlns:a16="http://schemas.microsoft.com/office/drawing/2014/main" id="{31637ED8-DC4A-4C43-BFA7-7AFE07A3BA13}"/>
              </a:ext>
            </a:extLst>
          </p:cNvPr>
          <p:cNvSpPr>
            <a:spLocks xmlns:a="http://schemas.openxmlformats.org/drawingml/2006/main" noGrp="1"/>
          </p:cNvSpPr>
          <p:nvPr/>
        </p:nvSpPr>
        <p:spPr>
          <a:xfrm xmlns:a="http://schemas.openxmlformats.org/drawingml/2006/main">
            <a:off x="4495800" y="5667375"/>
            <a:ext cx="1866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1" i="0">
                <a:solidFill>
                  <a:srgbClr val="64748B"/>
                </a:solidFill>
                <a:latin typeface="Aptos"/>
                <a:ea typeface="Aptos"/>
                <a:cs typeface="Aptos"/>
              </a:defRPr>
            </a:pPr>
            <a:r>
              <a:rPr sz="825" b="1" i="0">
                <a:solidFill>
                  <a:srgbClr val="64748B"/>
                </a:solidFill>
                <a:latin typeface="Aptos"/>
                <a:ea typeface="Aptos"/>
                <a:cs typeface="Aptos"/>
              </a:rPr>
              <a:t>Points per correct vote</a:t>
            </a:r>
          </a:p>
        </p:txBody>
      </p:sp>
      <p:sp>
        <p:nvSpPr>
          <p:cNvPr id="42" name="">
            <a:extLst xmlns:a="http://schemas.openxmlformats.org/drawingml/2006/main">
              <a:ext uri="{FF2B5EF4-FFF2-40B4-BE49-F238E27FC236}">
                <a16:creationId xmlns:a16="http://schemas.microsoft.com/office/drawing/2014/main" id="{F836CD64-A52C-4C0E-8EAC-990550C92895}"/>
              </a:ext>
            </a:extLst>
          </p:cNvPr>
          <p:cNvSpPr>
            <a:spLocks xmlns:a="http://schemas.openxmlformats.org/drawingml/2006/main" noGrp="1"/>
          </p:cNvSpPr>
          <p:nvPr/>
        </p:nvSpPr>
        <p:spPr>
          <a:xfrm xmlns:a="http://schemas.openxmlformats.org/drawingml/2006/main">
            <a:off x="4495800" y="5876925"/>
            <a:ext cx="18669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430">
            <a:solidFill>
              <a:srgbClr val="CBD5E1"/>
            </a:solidFill>
          </a:ln>
        </p:spPr>
      </p:sp>
      <p:sp>
        <p:nvSpPr>
          <p:cNvPr id="43" name="">
            <a:extLst xmlns:a="http://schemas.openxmlformats.org/drawingml/2006/main">
              <a:ext uri="{FF2B5EF4-FFF2-40B4-BE49-F238E27FC236}">
                <a16:creationId xmlns:a16="http://schemas.microsoft.com/office/drawing/2014/main" id="{B5F311D5-661B-4556-B00F-7AB8A3488A8F}"/>
              </a:ext>
            </a:extLst>
          </p:cNvPr>
          <p:cNvSpPr>
            <a:spLocks xmlns:a="http://schemas.openxmlformats.org/drawingml/2006/main" noGrp="1"/>
          </p:cNvSpPr>
          <p:nvPr/>
        </p:nvSpPr>
        <p:spPr>
          <a:xfrm xmlns:a="http://schemas.openxmlformats.org/drawingml/2006/main">
            <a:off x="4629150" y="5991225"/>
            <a:ext cx="1600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i="0">
                <a:solidFill>
                  <a:srgbClr val="111827"/>
                </a:solidFill>
                <a:latin typeface="Aptos"/>
                <a:ea typeface="Aptos"/>
                <a:cs typeface="Aptos"/>
              </a:defRPr>
            </a:pPr>
            <a:r>
              <a:rPr sz="975" b="0" i="0">
                <a:solidFill>
                  <a:srgbClr val="111827"/>
                </a:solidFill>
                <a:latin typeface="Aptos"/>
                <a:ea typeface="Aptos"/>
                <a:cs typeface="Aptos"/>
              </a:rPr>
              <a:t>1</a:t>
            </a:r>
          </a:p>
        </p:txBody>
      </p:sp>
      <p:sp>
        <p:nvSpPr>
          <p:cNvPr id="44" name="">
            <a:extLst xmlns:a="http://schemas.openxmlformats.org/drawingml/2006/main">
              <a:ext uri="{FF2B5EF4-FFF2-40B4-BE49-F238E27FC236}">
                <a16:creationId xmlns:a16="http://schemas.microsoft.com/office/drawing/2014/main" id="{8B1B6266-8AF3-466A-8923-D953D7E7610A}"/>
              </a:ext>
            </a:extLst>
          </p:cNvPr>
          <p:cNvSpPr>
            <a:spLocks xmlns:a="http://schemas.openxmlformats.org/drawingml/2006/main" noGrp="1"/>
          </p:cNvSpPr>
          <p:nvPr/>
        </p:nvSpPr>
        <p:spPr>
          <a:xfrm xmlns:a="http://schemas.openxmlformats.org/drawingml/2006/main">
            <a:off x="4495800" y="6372225"/>
            <a:ext cx="1866900" cy="438150"/>
          </a:xfrm>
          <a:prstGeom xmlns:a="http://schemas.openxmlformats.org/drawingml/2006/main" prst="roundRect">
            <a:avLst>
              <a:gd name="adj" fmla="val 17391"/>
            </a:avLst>
          </a:prstGeom>
          <a:solidFill xmlns:a="http://schemas.openxmlformats.org/drawingml/2006/main">
            <a:srgbClr val="16A34A"/>
          </a:solidFill>
          <a:ln xmlns:a="http://schemas.openxmlformats.org/drawingml/2006/main" w="0">
            <a:noFill/>
          </a:ln>
        </p:spPr>
        <p:txBody>
          <a:bodyPr xmlns:a="http://schemas.openxmlformats.org/drawingml/2006/main" lIns="95250" tIns="28575" rIns="95250" bIns="28575"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Set result</a:t>
            </a:r>
          </a:p>
        </p:txBody>
      </p:sp>
      <p:sp>
        <p:nvSpPr>
          <p:cNvPr id="45" name="">
            <a:extLst xmlns:a="http://schemas.openxmlformats.org/drawingml/2006/main">
              <a:ext uri="{FF2B5EF4-FFF2-40B4-BE49-F238E27FC236}">
                <a16:creationId xmlns:a16="http://schemas.microsoft.com/office/drawing/2014/main" id="{F3C5CD50-34B1-41A7-91CE-B8EC3C7FCBDC}"/>
              </a:ext>
            </a:extLst>
          </p:cNvPr>
          <p:cNvSpPr>
            <a:spLocks xmlns:a="http://schemas.openxmlformats.org/drawingml/2006/main" noGrp="1"/>
          </p:cNvSpPr>
          <p:nvPr/>
        </p:nvSpPr>
        <p:spPr>
          <a:xfrm xmlns:a="http://schemas.openxmlformats.org/drawingml/2006/main">
            <a:off x="7477125" y="2143125"/>
            <a:ext cx="34290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CBD5E1"/>
            </a:solidFill>
          </a:ln>
        </p:spPr>
      </p:sp>
      <p:sp>
        <p:nvSpPr>
          <p:cNvPr id="46" name="">
            <a:extLst xmlns:a="http://schemas.openxmlformats.org/drawingml/2006/main">
              <a:ext uri="{FF2B5EF4-FFF2-40B4-BE49-F238E27FC236}">
                <a16:creationId xmlns:a16="http://schemas.microsoft.com/office/drawing/2014/main" id="{D77E3D2C-CBCB-4D6C-A600-BAD9D3027235}"/>
              </a:ext>
            </a:extLst>
          </p:cNvPr>
          <p:cNvSpPr>
            <a:spLocks xmlns:a="http://schemas.openxmlformats.org/drawingml/2006/main" noGrp="1"/>
          </p:cNvSpPr>
          <p:nvPr/>
        </p:nvSpPr>
        <p:spPr>
          <a:xfrm xmlns:a="http://schemas.openxmlformats.org/drawingml/2006/main">
            <a:off x="7848600" y="24765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75" b="1" i="0">
                <a:solidFill>
                  <a:srgbClr val="111827"/>
                </a:solidFill>
                <a:latin typeface="Aptos"/>
                <a:ea typeface="Aptos"/>
                <a:cs typeface="Aptos"/>
              </a:defRPr>
            </a:pPr>
            <a:r>
              <a:rPr sz="1875" b="1" i="0">
                <a:solidFill>
                  <a:srgbClr val="111827"/>
                </a:solidFill>
                <a:latin typeface="Aptos"/>
                <a:ea typeface="Aptos"/>
                <a:cs typeface="Aptos"/>
              </a:rPr>
              <a:t>Mobile admin navigation</a:t>
            </a:r>
          </a:p>
        </p:txBody>
      </p:sp>
      <p:sp>
        <p:nvSpPr>
          <p:cNvPr id="47" name="">
            <a:extLst xmlns:a="http://schemas.openxmlformats.org/drawingml/2006/main">
              <a:ext uri="{FF2B5EF4-FFF2-40B4-BE49-F238E27FC236}">
                <a16:creationId xmlns:a16="http://schemas.microsoft.com/office/drawing/2014/main" id="{FCC65434-6C85-4194-825F-1461604B3B89}"/>
              </a:ext>
            </a:extLst>
          </p:cNvPr>
          <p:cNvSpPr>
            <a:spLocks xmlns:a="http://schemas.openxmlformats.org/drawingml/2006/main" noGrp="1"/>
          </p:cNvSpPr>
          <p:nvPr/>
        </p:nvSpPr>
        <p:spPr>
          <a:xfrm xmlns:a="http://schemas.openxmlformats.org/drawingml/2006/main">
            <a:off x="7848600" y="3143250"/>
            <a:ext cx="1219200" cy="438150"/>
          </a:xfrm>
          <a:prstGeom xmlns:a="http://schemas.openxmlformats.org/drawingml/2006/main" prst="roundRect">
            <a:avLst>
              <a:gd name="adj" fmla="val 17391"/>
            </a:avLst>
          </a:prstGeom>
          <a:solidFill xmlns:a="http://schemas.openxmlformats.org/drawingml/2006/main">
            <a:srgbClr val="F1F5F9"/>
          </a:solidFill>
          <a:ln xmlns:a="http://schemas.openxmlformats.org/drawingml/2006/main" w="9525">
            <a:solidFill>
              <a:srgbClr val="E5EAF2"/>
            </a:solidFill>
          </a:ln>
        </p:spPr>
      </p:sp>
      <p:sp>
        <p:nvSpPr>
          <p:cNvPr id="48" name="">
            <a:extLst xmlns:a="http://schemas.openxmlformats.org/drawingml/2006/main">
              <a:ext uri="{FF2B5EF4-FFF2-40B4-BE49-F238E27FC236}">
                <a16:creationId xmlns:a16="http://schemas.microsoft.com/office/drawing/2014/main" id="{C32DE7BD-FAE3-47B6-9A45-350271C7D9E2}"/>
              </a:ext>
            </a:extLst>
          </p:cNvPr>
          <p:cNvSpPr>
            <a:spLocks xmlns:a="http://schemas.openxmlformats.org/drawingml/2006/main" noGrp="1"/>
          </p:cNvSpPr>
          <p:nvPr/>
        </p:nvSpPr>
        <p:spPr>
          <a:xfrm xmlns:a="http://schemas.openxmlformats.org/drawingml/2006/main">
            <a:off x="8077200" y="3276600"/>
            <a:ext cx="742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i="0">
                <a:solidFill>
                  <a:srgbClr val="111827"/>
                </a:solidFill>
                <a:latin typeface="Aptos"/>
                <a:ea typeface="Aptos"/>
                <a:cs typeface="Aptos"/>
              </a:defRPr>
            </a:pPr>
            <a:r>
              <a:rPr sz="1050" b="1" i="0">
                <a:solidFill>
                  <a:srgbClr val="111827"/>
                </a:solidFill>
                <a:latin typeface="Aptos"/>
                <a:ea typeface="Aptos"/>
                <a:cs typeface="Aptos"/>
              </a:rPr>
              <a:t>Claims</a:t>
            </a:r>
          </a:p>
        </p:txBody>
      </p:sp>
      <p:sp>
        <p:nvSpPr>
          <p:cNvPr id="49" name="">
            <a:extLst xmlns:a="http://schemas.openxmlformats.org/drawingml/2006/main">
              <a:ext uri="{FF2B5EF4-FFF2-40B4-BE49-F238E27FC236}">
                <a16:creationId xmlns:a16="http://schemas.microsoft.com/office/drawing/2014/main" id="{BD913811-8BBE-424B-B423-46B177D2CC5E}"/>
              </a:ext>
            </a:extLst>
          </p:cNvPr>
          <p:cNvSpPr>
            <a:spLocks xmlns:a="http://schemas.openxmlformats.org/drawingml/2006/main" noGrp="1"/>
          </p:cNvSpPr>
          <p:nvPr/>
        </p:nvSpPr>
        <p:spPr>
          <a:xfrm xmlns:a="http://schemas.openxmlformats.org/drawingml/2006/main">
            <a:off x="9277350" y="3143250"/>
            <a:ext cx="1219200" cy="438150"/>
          </a:xfrm>
          <a:prstGeom xmlns:a="http://schemas.openxmlformats.org/drawingml/2006/main" prst="roundRect">
            <a:avLst>
              <a:gd name="adj" fmla="val 17391"/>
            </a:avLst>
          </a:prstGeom>
          <a:solidFill xmlns:a="http://schemas.openxmlformats.org/drawingml/2006/main">
            <a:srgbClr val="DBEAFE"/>
          </a:solidFill>
          <a:ln xmlns:a="http://schemas.openxmlformats.org/drawingml/2006/main" w="9525">
            <a:solidFill>
              <a:srgbClr val="2563EB"/>
            </a:solidFill>
          </a:ln>
        </p:spPr>
      </p:sp>
      <p:sp>
        <p:nvSpPr>
          <p:cNvPr id="50" name="">
            <a:extLst xmlns:a="http://schemas.openxmlformats.org/drawingml/2006/main">
              <a:ext uri="{FF2B5EF4-FFF2-40B4-BE49-F238E27FC236}">
                <a16:creationId xmlns:a16="http://schemas.microsoft.com/office/drawing/2014/main" id="{D263B145-2BF5-40CC-A0D6-20E4EF37A17A}"/>
              </a:ext>
            </a:extLst>
          </p:cNvPr>
          <p:cNvSpPr>
            <a:spLocks xmlns:a="http://schemas.openxmlformats.org/drawingml/2006/main" noGrp="1"/>
          </p:cNvSpPr>
          <p:nvPr/>
        </p:nvSpPr>
        <p:spPr>
          <a:xfrm xmlns:a="http://schemas.openxmlformats.org/drawingml/2006/main">
            <a:off x="9505950" y="3276600"/>
            <a:ext cx="742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i="0">
                <a:solidFill>
                  <a:srgbClr val="2563EB"/>
                </a:solidFill>
                <a:latin typeface="Aptos"/>
                <a:ea typeface="Aptos"/>
                <a:cs typeface="Aptos"/>
              </a:defRPr>
            </a:pPr>
            <a:r>
              <a:rPr sz="1050" b="1" i="0">
                <a:solidFill>
                  <a:srgbClr val="2563EB"/>
                </a:solidFill>
                <a:latin typeface="Aptos"/>
                <a:ea typeface="Aptos"/>
                <a:cs typeface="Aptos"/>
              </a:rPr>
              <a:t>Polls</a:t>
            </a:r>
          </a:p>
        </p:txBody>
      </p:sp>
      <p:sp>
        <p:nvSpPr>
          <p:cNvPr id="51" name="">
            <a:extLst xmlns:a="http://schemas.openxmlformats.org/drawingml/2006/main">
              <a:ext uri="{FF2B5EF4-FFF2-40B4-BE49-F238E27FC236}">
                <a16:creationId xmlns:a16="http://schemas.microsoft.com/office/drawing/2014/main" id="{D459F1B5-33A1-4B8B-B5EA-62B14AF51666}"/>
              </a:ext>
            </a:extLst>
          </p:cNvPr>
          <p:cNvSpPr>
            <a:spLocks xmlns:a="http://schemas.openxmlformats.org/drawingml/2006/main" noGrp="1"/>
          </p:cNvSpPr>
          <p:nvPr/>
        </p:nvSpPr>
        <p:spPr>
          <a:xfrm xmlns:a="http://schemas.openxmlformats.org/drawingml/2006/main">
            <a:off x="7848600" y="3867150"/>
            <a:ext cx="1219200" cy="438150"/>
          </a:xfrm>
          <a:prstGeom xmlns:a="http://schemas.openxmlformats.org/drawingml/2006/main" prst="roundRect">
            <a:avLst>
              <a:gd name="adj" fmla="val 17391"/>
            </a:avLst>
          </a:prstGeom>
          <a:solidFill xmlns:a="http://schemas.openxmlformats.org/drawingml/2006/main">
            <a:srgbClr val="F1F5F9"/>
          </a:solidFill>
          <a:ln xmlns:a="http://schemas.openxmlformats.org/drawingml/2006/main" w="9525">
            <a:solidFill>
              <a:srgbClr val="E5EAF2"/>
            </a:solidFill>
          </a:ln>
        </p:spPr>
      </p:sp>
      <p:sp>
        <p:nvSpPr>
          <p:cNvPr id="52" name="">
            <a:extLst xmlns:a="http://schemas.openxmlformats.org/drawingml/2006/main">
              <a:ext uri="{FF2B5EF4-FFF2-40B4-BE49-F238E27FC236}">
                <a16:creationId xmlns:a16="http://schemas.microsoft.com/office/drawing/2014/main" id="{CD0A21F3-2991-40B0-B3D6-F89A7C8AF57B}"/>
              </a:ext>
            </a:extLst>
          </p:cNvPr>
          <p:cNvSpPr>
            <a:spLocks xmlns:a="http://schemas.openxmlformats.org/drawingml/2006/main" noGrp="1"/>
          </p:cNvSpPr>
          <p:nvPr/>
        </p:nvSpPr>
        <p:spPr>
          <a:xfrm xmlns:a="http://schemas.openxmlformats.org/drawingml/2006/main">
            <a:off x="8077200" y="4000500"/>
            <a:ext cx="742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i="0">
                <a:solidFill>
                  <a:srgbClr val="111827"/>
                </a:solidFill>
                <a:latin typeface="Aptos"/>
                <a:ea typeface="Aptos"/>
                <a:cs typeface="Aptos"/>
              </a:defRPr>
            </a:pPr>
            <a:r>
              <a:rPr sz="1050" b="1" i="0">
                <a:solidFill>
                  <a:srgbClr val="111827"/>
                </a:solidFill>
                <a:latin typeface="Aptos"/>
                <a:ea typeface="Aptos"/>
                <a:cs typeface="Aptos"/>
              </a:rPr>
              <a:t>Results</a:t>
            </a:r>
          </a:p>
        </p:txBody>
      </p:sp>
      <p:sp>
        <p:nvSpPr>
          <p:cNvPr id="53" name="">
            <a:extLst xmlns:a="http://schemas.openxmlformats.org/drawingml/2006/main">
              <a:ext uri="{FF2B5EF4-FFF2-40B4-BE49-F238E27FC236}">
                <a16:creationId xmlns:a16="http://schemas.microsoft.com/office/drawing/2014/main" id="{74E0D021-59EA-466D-A1CF-DD92FE160272}"/>
              </a:ext>
            </a:extLst>
          </p:cNvPr>
          <p:cNvSpPr>
            <a:spLocks xmlns:a="http://schemas.openxmlformats.org/drawingml/2006/main" noGrp="1"/>
          </p:cNvSpPr>
          <p:nvPr/>
        </p:nvSpPr>
        <p:spPr>
          <a:xfrm xmlns:a="http://schemas.openxmlformats.org/drawingml/2006/main">
            <a:off x="9277350" y="3867150"/>
            <a:ext cx="1219200" cy="438150"/>
          </a:xfrm>
          <a:prstGeom xmlns:a="http://schemas.openxmlformats.org/drawingml/2006/main" prst="roundRect">
            <a:avLst>
              <a:gd name="adj" fmla="val 17391"/>
            </a:avLst>
          </a:prstGeom>
          <a:solidFill xmlns:a="http://schemas.openxmlformats.org/drawingml/2006/main">
            <a:srgbClr val="F1F5F9"/>
          </a:solidFill>
          <a:ln xmlns:a="http://schemas.openxmlformats.org/drawingml/2006/main" w="9525">
            <a:solidFill>
              <a:srgbClr val="E5EAF2"/>
            </a:solidFill>
          </a:ln>
        </p:spPr>
      </p:sp>
      <p:sp>
        <p:nvSpPr>
          <p:cNvPr id="54" name="">
            <a:extLst xmlns:a="http://schemas.openxmlformats.org/drawingml/2006/main">
              <a:ext uri="{FF2B5EF4-FFF2-40B4-BE49-F238E27FC236}">
                <a16:creationId xmlns:a16="http://schemas.microsoft.com/office/drawing/2014/main" id="{E25B955B-1B75-48BE-B54D-056E21EF11D8}"/>
              </a:ext>
            </a:extLst>
          </p:cNvPr>
          <p:cNvSpPr>
            <a:spLocks xmlns:a="http://schemas.openxmlformats.org/drawingml/2006/main" noGrp="1"/>
          </p:cNvSpPr>
          <p:nvPr/>
        </p:nvSpPr>
        <p:spPr>
          <a:xfrm xmlns:a="http://schemas.openxmlformats.org/drawingml/2006/main">
            <a:off x="9505950" y="4000500"/>
            <a:ext cx="742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050" b="1" i="0">
                <a:solidFill>
                  <a:srgbClr val="111827"/>
                </a:solidFill>
                <a:latin typeface="Aptos"/>
                <a:ea typeface="Aptos"/>
                <a:cs typeface="Aptos"/>
              </a:defRPr>
            </a:pPr>
            <a:r>
              <a:rPr sz="1050" b="1" i="0">
                <a:solidFill>
                  <a:srgbClr val="111827"/>
                </a:solidFill>
                <a:latin typeface="Aptos"/>
                <a:ea typeface="Aptos"/>
                <a:cs typeface="Aptos"/>
              </a:rPr>
              <a:t>Members</a:t>
            </a:r>
          </a:p>
        </p:txBody>
      </p:sp>
      <p:sp>
        <p:nvSpPr>
          <p:cNvPr id="55" name="">
            <a:extLst xmlns:a="http://schemas.openxmlformats.org/drawingml/2006/main">
              <a:ext uri="{FF2B5EF4-FFF2-40B4-BE49-F238E27FC236}">
                <a16:creationId xmlns:a16="http://schemas.microsoft.com/office/drawing/2014/main" id="{AEB92D14-A491-4C4B-88C4-E5A2A5F206AD}"/>
              </a:ext>
            </a:extLst>
          </p:cNvPr>
          <p:cNvSpPr>
            <a:spLocks xmlns:a="http://schemas.openxmlformats.org/drawingml/2006/main" noGrp="1"/>
          </p:cNvSpPr>
          <p:nvPr/>
        </p:nvSpPr>
        <p:spPr>
          <a:xfrm xmlns:a="http://schemas.openxmlformats.org/drawingml/2006/main">
            <a:off x="7848600" y="4629150"/>
            <a:ext cx="2457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i="0">
                <a:solidFill>
                  <a:srgbClr val="64748B"/>
                </a:solidFill>
                <a:latin typeface="Aptos"/>
                <a:ea typeface="Aptos"/>
                <a:cs typeface="Aptos"/>
              </a:defRPr>
            </a:pPr>
            <a:r>
              <a:rPr sz="1125" b="0" i="0">
                <a:solidFill>
                  <a:srgbClr val="64748B"/>
                </a:solidFill>
                <a:latin typeface="Aptos"/>
                <a:ea typeface="Aptos"/>
                <a:cs typeface="Aptos"/>
              </a:rPr>
              <a:t>Keep irreversible changes behind confirmation sheets: result settlement, point adjustment, and claim approval.</a:t>
            </a:r>
          </a:p>
        </p:txBody>
      </p:sp>
      <p:sp>
        <p:nvSpPr>
          <p:cNvPr id="56" name="">
            <a:extLst xmlns:a="http://schemas.openxmlformats.org/drawingml/2006/main">
              <a:ext uri="{FF2B5EF4-FFF2-40B4-BE49-F238E27FC236}">
                <a16:creationId xmlns:a16="http://schemas.microsoft.com/office/drawing/2014/main" id="{0E69CCC2-1712-4D80-A14C-4C9094B7E203}"/>
              </a:ext>
            </a:extLst>
          </p:cNvPr>
          <p:cNvSpPr>
            <a:spLocks xmlns:a="http://schemas.openxmlformats.org/drawingml/2006/main" noGrp="1"/>
          </p:cNvSpPr>
          <p:nvPr/>
        </p:nvSpPr>
        <p:spPr>
          <a:xfrm xmlns:a="http://schemas.openxmlformats.org/drawingml/2006/main">
            <a:off x="11125200" y="61912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200" b="1" i="0">
                <a:solidFill>
                  <a:srgbClr val="64748B"/>
                </a:solidFill>
                <a:latin typeface="Aptos"/>
                <a:ea typeface="Aptos"/>
                <a:cs typeface="Aptos"/>
              </a:defRPr>
            </a:pPr>
            <a:r>
              <a:rPr sz="1200" b="1" i="0">
                <a:solidFill>
                  <a:srgbClr val="64748B"/>
                </a:solidFill>
                <a:latin typeface="Aptos"/>
                <a:ea typeface="Aptos"/>
                <a:cs typeface="Aptos"/>
              </a:rPr>
              <a:t>08</a:t>
            </a:r>
          </a:p>
        </p:txBody>
      </p:sp>
    </p:spTree>
    <p:extLst>
      <p:ext uri="{BB962C8B-B14F-4D97-AF65-F5344CB8AC3E}">
        <p14:creationId xmlns:p14="http://schemas.microsoft.com/office/powerpoint/2010/main" val="1597620274"/>
      </p:ext>
    </p:extLst>
  </p:cSld>
</p:sld>
</file>

<file path=ppt/slides/slide9.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87DEB0-C54B-4D73-8D3C-DCC8183DE6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11827"/>
              </a:gs>
              <a:gs pos="50000">
                <a:srgbClr val="172554"/>
              </a:gs>
              <a:gs pos="100000">
                <a:srgbClr val="052E16"/>
              </a:gs>
            </a:gsLst>
            <a:lin ang="8700000"/>
          </a:gra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E6A54D-FBFA-4877-9D15-5C5F095CEB79}"/>
              </a:ext>
            </a:extLst>
          </p:cNvPr>
          <p:cNvSpPr>
            <a:spLocks xmlns:a="http://schemas.openxmlformats.org/drawingml/2006/main" noGrp="1"/>
          </p:cNvSpPr>
          <p:nvPr/>
        </p:nvSpPr>
        <p:spPr>
          <a:xfrm xmlns:a="http://schemas.openxmlformats.org/drawingml/2006/main">
            <a:off x="609600" y="5524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93C5FD"/>
                </a:solidFill>
                <a:latin typeface="Aptos"/>
                <a:ea typeface="Aptos"/>
                <a:cs typeface="Aptos"/>
              </a:defRPr>
            </a:pPr>
            <a:r>
              <a:rPr sz="1050" b="1" i="0">
                <a:solidFill>
                  <a:srgbClr val="93C5FD"/>
                </a:solidFill>
                <a:latin typeface="Aptos"/>
                <a:ea typeface="Aptos"/>
                <a:cs typeface="Aptos"/>
              </a:rPr>
              <a:t>CANVA HANDOFF</a:t>
            </a:r>
          </a:p>
        </p:txBody>
      </p:sp>
      <p:sp>
        <p:nvSpPr>
          <p:cNvPr id="3" name="">
            <a:extLst xmlns:a="http://schemas.openxmlformats.org/drawingml/2006/main">
              <a:ext uri="{FF2B5EF4-FFF2-40B4-BE49-F238E27FC236}">
                <a16:creationId xmlns:a16="http://schemas.microsoft.com/office/drawing/2014/main" id="{A4D714CF-5335-4ED0-8551-9725A7CAB037}"/>
              </a:ext>
            </a:extLst>
          </p:cNvPr>
          <p:cNvSpPr>
            <a:spLocks xmlns:a="http://schemas.openxmlformats.org/drawingml/2006/main" noGrp="1"/>
          </p:cNvSpPr>
          <p:nvPr/>
        </p:nvSpPr>
        <p:spPr>
          <a:xfrm xmlns:a="http://schemas.openxmlformats.org/drawingml/2006/main">
            <a:off x="609600" y="95250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FFFFFF"/>
                </a:solidFill>
                <a:latin typeface="Aptos"/>
                <a:ea typeface="Aptos"/>
                <a:cs typeface="Aptos"/>
              </a:defRPr>
            </a:pPr>
            <a:r>
              <a:rPr sz="3600" b="1" i="0">
                <a:solidFill>
                  <a:srgbClr val="FFFFFF"/>
                </a:solidFill>
                <a:latin typeface="Aptos"/>
                <a:ea typeface="Aptos"/>
                <a:cs typeface="Aptos"/>
              </a:rPr>
              <a:t>How to edit this deck in Canva</a:t>
            </a:r>
          </a:p>
        </p:txBody>
      </p:sp>
      <p:sp>
        <p:nvSpPr>
          <p:cNvPr id="4" name="">
            <a:extLst xmlns:a="http://schemas.openxmlformats.org/drawingml/2006/main">
              <a:ext uri="{FF2B5EF4-FFF2-40B4-BE49-F238E27FC236}">
                <a16:creationId xmlns:a16="http://schemas.microsoft.com/office/drawing/2014/main" id="{8A429AB3-9223-4FAB-900A-EBF4757C169F}"/>
              </a:ext>
            </a:extLst>
          </p:cNvPr>
          <p:cNvSpPr>
            <a:spLocks xmlns:a="http://schemas.openxmlformats.org/drawingml/2006/main" noGrp="1"/>
          </p:cNvSpPr>
          <p:nvPr/>
        </p:nvSpPr>
        <p:spPr>
          <a:xfrm xmlns:a="http://schemas.openxmlformats.org/drawingml/2006/main">
            <a:off x="647700" y="2133600"/>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0" i="0">
                <a:solidFill>
                  <a:srgbClr val="DCEAFE"/>
                </a:solidFill>
                <a:latin typeface="Aptos"/>
                <a:ea typeface="Aptos"/>
                <a:cs typeface="Aptos"/>
              </a:defRPr>
            </a:pPr>
            <a:r>
              <a:rPr sz="1500" b="0" i="0">
                <a:solidFill>
                  <a:srgbClr val="DCEAFE"/>
                </a:solidFill>
                <a:latin typeface="Aptos"/>
                <a:ea typeface="Aptos"/>
                <a:cs typeface="Aptos"/>
              </a:rPr>
              <a:t>Import the PPTX into Canva, then edit the native text boxes, phone frames, buttons, cards, badges, and color fills. Keep the phone mockups as reusable components for future mobile app screens.</a:t>
            </a:r>
          </a:p>
        </p:txBody>
      </p:sp>
      <p:sp>
        <p:nvSpPr>
          <p:cNvPr id="5" name="">
            <a:extLst xmlns:a="http://schemas.openxmlformats.org/drawingml/2006/main">
              <a:ext uri="{FF2B5EF4-FFF2-40B4-BE49-F238E27FC236}">
                <a16:creationId xmlns:a16="http://schemas.microsoft.com/office/drawing/2014/main" id="{85D32533-3887-4636-AD5C-7167379C5A15}"/>
              </a:ext>
            </a:extLst>
          </p:cNvPr>
          <p:cNvSpPr>
            <a:spLocks xmlns:a="http://schemas.openxmlformats.org/drawingml/2006/main" noGrp="1"/>
          </p:cNvSpPr>
          <p:nvPr/>
        </p:nvSpPr>
        <p:spPr>
          <a:xfrm xmlns:a="http://schemas.openxmlformats.org/drawingml/2006/main">
            <a:off x="7000875" y="952500"/>
            <a:ext cx="3714750" cy="876300"/>
          </a:xfrm>
          <a:prstGeom xmlns:a="http://schemas.openxmlformats.org/drawingml/2006/main" prst="roundRect">
            <a:avLst>
              <a:gd name="adj" fmla="val 8696"/>
            </a:avLst>
          </a:prstGeom>
          <a:solidFill xmlns:a="http://schemas.openxmlformats.org/drawingml/2006/main">
            <a:srgbClr val="FFFFFF">
              <a:alpha val="10000"/>
            </a:srgbClr>
          </a:solidFill>
          <a:ln xmlns:a="http://schemas.openxmlformats.org/drawingml/2006/main" w="9525">
            <a:solidFill>
              <a:srgbClr val="FFFFFF">
                <a:alpha val="20000"/>
              </a:srgbClr>
            </a:solidFill>
          </a:ln>
        </p:spPr>
      </p:sp>
      <p:sp>
        <p:nvSpPr>
          <p:cNvPr id="6" name="">
            <a:extLst xmlns:a="http://schemas.openxmlformats.org/drawingml/2006/main">
              <a:ext uri="{FF2B5EF4-FFF2-40B4-BE49-F238E27FC236}">
                <a16:creationId xmlns:a16="http://schemas.microsoft.com/office/drawing/2014/main" id="{076847F6-92B1-4C77-9C17-14587778E581}"/>
              </a:ext>
            </a:extLst>
          </p:cNvPr>
          <p:cNvSpPr>
            <a:spLocks xmlns:a="http://schemas.openxmlformats.org/drawingml/2006/main" noGrp="1"/>
          </p:cNvSpPr>
          <p:nvPr/>
        </p:nvSpPr>
        <p:spPr>
          <a:xfrm xmlns:a="http://schemas.openxmlformats.org/drawingml/2006/main">
            <a:off x="7210425" y="1190625"/>
            <a:ext cx="400050" cy="400050"/>
          </a:xfrm>
          <a:prstGeom xmlns:a="http://schemas.openxmlformats.org/drawingml/2006/main" prst="ellipse">
            <a:avLst/>
          </a:prstGeom>
          <a:solidFill xmlns:a="http://schemas.openxmlformats.org/drawingml/2006/main">
            <a:srgbClr val="2563E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1D4018C-D885-4151-B85F-3B43751AF223}"/>
              </a:ext>
            </a:extLst>
          </p:cNvPr>
          <p:cNvSpPr>
            <a:spLocks xmlns:a="http://schemas.openxmlformats.org/drawingml/2006/main" noGrp="1"/>
          </p:cNvSpPr>
          <p:nvPr/>
        </p:nvSpPr>
        <p:spPr>
          <a:xfrm xmlns:a="http://schemas.openxmlformats.org/drawingml/2006/main">
            <a:off x="7343775" y="1285875"/>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i="0">
                <a:solidFill>
                  <a:srgbClr val="FFFFFF"/>
                </a:solidFill>
                <a:latin typeface="Aptos"/>
                <a:ea typeface="Aptos"/>
                <a:cs typeface="Aptos"/>
              </a:defRPr>
            </a:pPr>
            <a:r>
              <a:rPr sz="1200" b="1" i="0">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B9A77EDD-0306-4AD0-A0E4-030E7C1EBDDA}"/>
              </a:ext>
            </a:extLst>
          </p:cNvPr>
          <p:cNvSpPr>
            <a:spLocks xmlns:a="http://schemas.openxmlformats.org/drawingml/2006/main" noGrp="1"/>
          </p:cNvSpPr>
          <p:nvPr/>
        </p:nvSpPr>
        <p:spPr>
          <a:xfrm xmlns:a="http://schemas.openxmlformats.org/drawingml/2006/main">
            <a:off x="7781925" y="1143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i="0">
                <a:solidFill>
                  <a:srgbClr val="FFFFFF"/>
                </a:solidFill>
                <a:latin typeface="Aptos"/>
                <a:ea typeface="Aptos"/>
                <a:cs typeface="Aptos"/>
              </a:defRPr>
            </a:pPr>
            <a:r>
              <a:rPr sz="1500" b="1" i="0">
                <a:solidFill>
                  <a:srgbClr val="FFFFFF"/>
                </a:solidFill>
                <a:latin typeface="Aptos"/>
                <a:ea typeface="Aptos"/>
                <a:cs typeface="Aptos"/>
              </a:rPr>
              <a:t>Upload PPTX</a:t>
            </a:r>
          </a:p>
        </p:txBody>
      </p:sp>
      <p:sp>
        <p:nvSpPr>
          <p:cNvPr id="9" name="">
            <a:extLst xmlns:a="http://schemas.openxmlformats.org/drawingml/2006/main">
              <a:ext uri="{FF2B5EF4-FFF2-40B4-BE49-F238E27FC236}">
                <a16:creationId xmlns:a16="http://schemas.microsoft.com/office/drawing/2014/main" id="{0039A70C-1D77-4443-A30F-FD0B0317EE0D}"/>
              </a:ext>
            </a:extLst>
          </p:cNvPr>
          <p:cNvSpPr>
            <a:spLocks xmlns:a="http://schemas.openxmlformats.org/drawingml/2006/main" noGrp="1"/>
          </p:cNvSpPr>
          <p:nvPr/>
        </p:nvSpPr>
        <p:spPr>
          <a:xfrm xmlns:a="http://schemas.openxmlformats.org/drawingml/2006/main">
            <a:off x="7781925" y="1409700"/>
            <a:ext cx="2619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13" b="0" i="0">
                <a:solidFill>
                  <a:srgbClr val="CBD5E1"/>
                </a:solidFill>
                <a:latin typeface="Aptos"/>
                <a:ea typeface="Aptos"/>
                <a:cs typeface="Aptos"/>
              </a:defRPr>
            </a:pPr>
            <a:r>
              <a:rPr sz="1013" b="0" i="0">
                <a:solidFill>
                  <a:srgbClr val="CBD5E1"/>
                </a:solidFill>
                <a:latin typeface="Aptos"/>
                <a:ea typeface="Aptos"/>
                <a:cs typeface="Aptos"/>
              </a:rPr>
              <a:t>Canva &gt; Projects &gt; Upload &gt; choose this PowerPoint file.</a:t>
            </a:r>
          </a:p>
        </p:txBody>
      </p:sp>
      <p:sp>
        <p:nvSpPr>
          <p:cNvPr id="10" name="">
            <a:extLst xmlns:a="http://schemas.openxmlformats.org/drawingml/2006/main">
              <a:ext uri="{FF2B5EF4-FFF2-40B4-BE49-F238E27FC236}">
                <a16:creationId xmlns:a16="http://schemas.microsoft.com/office/drawing/2014/main" id="{F49EC813-916F-4DA2-8EEE-418DD8F68982}"/>
              </a:ext>
            </a:extLst>
          </p:cNvPr>
          <p:cNvSpPr>
            <a:spLocks xmlns:a="http://schemas.openxmlformats.org/drawingml/2006/main" noGrp="1"/>
          </p:cNvSpPr>
          <p:nvPr/>
        </p:nvSpPr>
        <p:spPr>
          <a:xfrm xmlns:a="http://schemas.openxmlformats.org/drawingml/2006/main">
            <a:off x="7000875" y="2171700"/>
            <a:ext cx="3714750" cy="876300"/>
          </a:xfrm>
          <a:prstGeom xmlns:a="http://schemas.openxmlformats.org/drawingml/2006/main" prst="roundRect">
            <a:avLst>
              <a:gd name="adj" fmla="val 8696"/>
            </a:avLst>
          </a:prstGeom>
          <a:solidFill xmlns:a="http://schemas.openxmlformats.org/drawingml/2006/main">
            <a:srgbClr val="FFFFFF">
              <a:alpha val="10000"/>
            </a:srgbClr>
          </a:solidFill>
          <a:ln xmlns:a="http://schemas.openxmlformats.org/drawingml/2006/main" w="9525">
            <a:solidFill>
              <a:srgbClr val="FFFFFF">
                <a:alpha val="20000"/>
              </a:srgbClr>
            </a:solidFill>
          </a:ln>
        </p:spPr>
      </p:sp>
      <p:sp>
        <p:nvSpPr>
          <p:cNvPr id="11" name="">
            <a:extLst xmlns:a="http://schemas.openxmlformats.org/drawingml/2006/main">
              <a:ext uri="{FF2B5EF4-FFF2-40B4-BE49-F238E27FC236}">
                <a16:creationId xmlns:a16="http://schemas.microsoft.com/office/drawing/2014/main" id="{35504E6E-8C46-4677-AC0A-03EA07D17C77}"/>
              </a:ext>
            </a:extLst>
          </p:cNvPr>
          <p:cNvSpPr>
            <a:spLocks xmlns:a="http://schemas.openxmlformats.org/drawingml/2006/main" noGrp="1"/>
          </p:cNvSpPr>
          <p:nvPr/>
        </p:nvSpPr>
        <p:spPr>
          <a:xfrm xmlns:a="http://schemas.openxmlformats.org/drawingml/2006/main">
            <a:off x="7210425" y="2409825"/>
            <a:ext cx="400050" cy="400050"/>
          </a:xfrm>
          <a:prstGeom xmlns:a="http://schemas.openxmlformats.org/drawingml/2006/main" prst="ellipse">
            <a:avLst/>
          </a:prstGeom>
          <a:solidFill xmlns:a="http://schemas.openxmlformats.org/drawingml/2006/main">
            <a:srgbClr val="16A34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A3D3C2E-75D3-4068-87A1-7AD6F836E300}"/>
              </a:ext>
            </a:extLst>
          </p:cNvPr>
          <p:cNvSpPr>
            <a:spLocks xmlns:a="http://schemas.openxmlformats.org/drawingml/2006/main" noGrp="1"/>
          </p:cNvSpPr>
          <p:nvPr/>
        </p:nvSpPr>
        <p:spPr>
          <a:xfrm xmlns:a="http://schemas.openxmlformats.org/drawingml/2006/main">
            <a:off x="7343775" y="2505075"/>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i="0">
                <a:solidFill>
                  <a:srgbClr val="FFFFFF"/>
                </a:solidFill>
                <a:latin typeface="Aptos"/>
                <a:ea typeface="Aptos"/>
                <a:cs typeface="Aptos"/>
              </a:defRPr>
            </a:pPr>
            <a:r>
              <a:rPr sz="1200" b="1" i="0">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8B34A9ED-FC1F-4A87-89B0-5C3E05B9D4AC}"/>
              </a:ext>
            </a:extLst>
          </p:cNvPr>
          <p:cNvSpPr>
            <a:spLocks xmlns:a="http://schemas.openxmlformats.org/drawingml/2006/main" noGrp="1"/>
          </p:cNvSpPr>
          <p:nvPr/>
        </p:nvSpPr>
        <p:spPr>
          <a:xfrm xmlns:a="http://schemas.openxmlformats.org/drawingml/2006/main">
            <a:off x="7781925" y="2362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i="0">
                <a:solidFill>
                  <a:srgbClr val="FFFFFF"/>
                </a:solidFill>
                <a:latin typeface="Aptos"/>
                <a:ea typeface="Aptos"/>
                <a:cs typeface="Aptos"/>
              </a:defRPr>
            </a:pPr>
            <a:r>
              <a:rPr sz="1500" b="1" i="0">
                <a:solidFill>
                  <a:srgbClr val="FFFFFF"/>
                </a:solidFill>
                <a:latin typeface="Aptos"/>
                <a:ea typeface="Aptos"/>
                <a:cs typeface="Aptos"/>
              </a:rPr>
              <a:t>Edit shapes</a:t>
            </a:r>
          </a:p>
        </p:txBody>
      </p:sp>
      <p:sp>
        <p:nvSpPr>
          <p:cNvPr id="14" name="">
            <a:extLst xmlns:a="http://schemas.openxmlformats.org/drawingml/2006/main">
              <a:ext uri="{FF2B5EF4-FFF2-40B4-BE49-F238E27FC236}">
                <a16:creationId xmlns:a16="http://schemas.microsoft.com/office/drawing/2014/main" id="{1C5C16DD-C368-4990-AFFF-E4FDA5316402}"/>
              </a:ext>
            </a:extLst>
          </p:cNvPr>
          <p:cNvSpPr>
            <a:spLocks xmlns:a="http://schemas.openxmlformats.org/drawingml/2006/main" noGrp="1"/>
          </p:cNvSpPr>
          <p:nvPr/>
        </p:nvSpPr>
        <p:spPr>
          <a:xfrm xmlns:a="http://schemas.openxmlformats.org/drawingml/2006/main">
            <a:off x="7781925" y="2628900"/>
            <a:ext cx="2619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13" b="0" i="0">
                <a:solidFill>
                  <a:srgbClr val="CBD5E1"/>
                </a:solidFill>
                <a:latin typeface="Aptos"/>
                <a:ea typeface="Aptos"/>
                <a:cs typeface="Aptos"/>
              </a:defRPr>
            </a:pPr>
            <a:r>
              <a:rPr sz="1013" b="0" i="0">
                <a:solidFill>
                  <a:srgbClr val="CBD5E1"/>
                </a:solidFill>
                <a:latin typeface="Aptos"/>
                <a:ea typeface="Aptos"/>
                <a:cs typeface="Aptos"/>
              </a:rPr>
              <a:t>Most elements are editable text or PPT shapes, not flattened screenshots.</a:t>
            </a:r>
          </a:p>
        </p:txBody>
      </p:sp>
      <p:sp>
        <p:nvSpPr>
          <p:cNvPr id="15" name="">
            <a:extLst xmlns:a="http://schemas.openxmlformats.org/drawingml/2006/main">
              <a:ext uri="{FF2B5EF4-FFF2-40B4-BE49-F238E27FC236}">
                <a16:creationId xmlns:a16="http://schemas.microsoft.com/office/drawing/2014/main" id="{5851F03E-E64C-4061-81D1-0B6814F3B58F}"/>
              </a:ext>
            </a:extLst>
          </p:cNvPr>
          <p:cNvSpPr>
            <a:spLocks xmlns:a="http://schemas.openxmlformats.org/drawingml/2006/main" noGrp="1"/>
          </p:cNvSpPr>
          <p:nvPr/>
        </p:nvSpPr>
        <p:spPr>
          <a:xfrm xmlns:a="http://schemas.openxmlformats.org/drawingml/2006/main">
            <a:off x="7000875" y="3390900"/>
            <a:ext cx="3714750" cy="876300"/>
          </a:xfrm>
          <a:prstGeom xmlns:a="http://schemas.openxmlformats.org/drawingml/2006/main" prst="roundRect">
            <a:avLst>
              <a:gd name="adj" fmla="val 8696"/>
            </a:avLst>
          </a:prstGeom>
          <a:solidFill xmlns:a="http://schemas.openxmlformats.org/drawingml/2006/main">
            <a:srgbClr val="FFFFFF">
              <a:alpha val="10000"/>
            </a:srgbClr>
          </a:solidFill>
          <a:ln xmlns:a="http://schemas.openxmlformats.org/drawingml/2006/main" w="9525">
            <a:solidFill>
              <a:srgbClr val="FFFFFF">
                <a:alpha val="20000"/>
              </a:srgbClr>
            </a:solidFill>
          </a:ln>
        </p:spPr>
      </p:sp>
      <p:sp>
        <p:nvSpPr>
          <p:cNvPr id="16" name="">
            <a:extLst xmlns:a="http://schemas.openxmlformats.org/drawingml/2006/main">
              <a:ext uri="{FF2B5EF4-FFF2-40B4-BE49-F238E27FC236}">
                <a16:creationId xmlns:a16="http://schemas.microsoft.com/office/drawing/2014/main" id="{A9E143FA-6AD0-4F4E-98E2-56448ADDC9F9}"/>
              </a:ext>
            </a:extLst>
          </p:cNvPr>
          <p:cNvSpPr>
            <a:spLocks xmlns:a="http://schemas.openxmlformats.org/drawingml/2006/main" noGrp="1"/>
          </p:cNvSpPr>
          <p:nvPr/>
        </p:nvSpPr>
        <p:spPr>
          <a:xfrm xmlns:a="http://schemas.openxmlformats.org/drawingml/2006/main">
            <a:off x="7210425" y="3629025"/>
            <a:ext cx="400050" cy="400050"/>
          </a:xfrm>
          <a:prstGeom xmlns:a="http://schemas.openxmlformats.org/drawingml/2006/main" prst="ellipse">
            <a:avLst/>
          </a:prstGeom>
          <a:solidFill xmlns:a="http://schemas.openxmlformats.org/drawingml/2006/main">
            <a:srgbClr val="F9731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AC6C1A4-3D10-4466-9B7E-BD4C555F8562}"/>
              </a:ext>
            </a:extLst>
          </p:cNvPr>
          <p:cNvSpPr>
            <a:spLocks xmlns:a="http://schemas.openxmlformats.org/drawingml/2006/main" noGrp="1"/>
          </p:cNvSpPr>
          <p:nvPr/>
        </p:nvSpPr>
        <p:spPr>
          <a:xfrm xmlns:a="http://schemas.openxmlformats.org/drawingml/2006/main">
            <a:off x="7343775" y="3724275"/>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i="0">
                <a:solidFill>
                  <a:srgbClr val="FFFFFF"/>
                </a:solidFill>
                <a:latin typeface="Aptos"/>
                <a:ea typeface="Aptos"/>
                <a:cs typeface="Aptos"/>
              </a:defRPr>
            </a:pPr>
            <a:r>
              <a:rPr sz="1200" b="1" i="0">
                <a:solidFill>
                  <a:srgbClr val="FFFFFF"/>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CBA2B4FC-700F-4CB6-B918-9682618FB998}"/>
              </a:ext>
            </a:extLst>
          </p:cNvPr>
          <p:cNvSpPr>
            <a:spLocks xmlns:a="http://schemas.openxmlformats.org/drawingml/2006/main" noGrp="1"/>
          </p:cNvSpPr>
          <p:nvPr/>
        </p:nvSpPr>
        <p:spPr>
          <a:xfrm xmlns:a="http://schemas.openxmlformats.org/drawingml/2006/main">
            <a:off x="7781925" y="35814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i="0">
                <a:solidFill>
                  <a:srgbClr val="FFFFFF"/>
                </a:solidFill>
                <a:latin typeface="Aptos"/>
                <a:ea typeface="Aptos"/>
                <a:cs typeface="Aptos"/>
              </a:defRPr>
            </a:pPr>
            <a:r>
              <a:rPr sz="1500" b="1" i="0">
                <a:solidFill>
                  <a:srgbClr val="FFFFFF"/>
                </a:solidFill>
                <a:latin typeface="Aptos"/>
                <a:ea typeface="Aptos"/>
                <a:cs typeface="Aptos"/>
              </a:rPr>
              <a:t>Reuse components</a:t>
            </a:r>
          </a:p>
        </p:txBody>
      </p:sp>
      <p:sp>
        <p:nvSpPr>
          <p:cNvPr id="19" name="">
            <a:extLst xmlns:a="http://schemas.openxmlformats.org/drawingml/2006/main">
              <a:ext uri="{FF2B5EF4-FFF2-40B4-BE49-F238E27FC236}">
                <a16:creationId xmlns:a16="http://schemas.microsoft.com/office/drawing/2014/main" id="{49B19827-218D-40A7-A8EF-A86F1A699531}"/>
              </a:ext>
            </a:extLst>
          </p:cNvPr>
          <p:cNvSpPr>
            <a:spLocks xmlns:a="http://schemas.openxmlformats.org/drawingml/2006/main" noGrp="1"/>
          </p:cNvSpPr>
          <p:nvPr/>
        </p:nvSpPr>
        <p:spPr>
          <a:xfrm xmlns:a="http://schemas.openxmlformats.org/drawingml/2006/main">
            <a:off x="7781925" y="3848100"/>
            <a:ext cx="2619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13" b="0" i="0">
                <a:solidFill>
                  <a:srgbClr val="CBD5E1"/>
                </a:solidFill>
                <a:latin typeface="Aptos"/>
                <a:ea typeface="Aptos"/>
                <a:cs typeface="Aptos"/>
              </a:defRPr>
            </a:pPr>
            <a:r>
              <a:rPr sz="1013" b="0" i="0">
                <a:solidFill>
                  <a:srgbClr val="CBD5E1"/>
                </a:solidFill>
                <a:latin typeface="Aptos"/>
                <a:ea typeface="Aptos"/>
                <a:cs typeface="Aptos"/>
              </a:rPr>
              <a:t>Copy phone frames and cards to create more mobile app screens.</a:t>
            </a:r>
          </a:p>
        </p:txBody>
      </p:sp>
      <p:sp>
        <p:nvSpPr>
          <p:cNvPr id="20" name="">
            <a:extLst xmlns:a="http://schemas.openxmlformats.org/drawingml/2006/main">
              <a:ext uri="{FF2B5EF4-FFF2-40B4-BE49-F238E27FC236}">
                <a16:creationId xmlns:a16="http://schemas.microsoft.com/office/drawing/2014/main" id="{E2413B70-5EE3-4546-87B7-7F9F41153D32}"/>
              </a:ext>
            </a:extLst>
          </p:cNvPr>
          <p:cNvSpPr>
            <a:spLocks xmlns:a="http://schemas.openxmlformats.org/drawingml/2006/main" noGrp="1"/>
          </p:cNvSpPr>
          <p:nvPr/>
        </p:nvSpPr>
        <p:spPr>
          <a:xfrm xmlns:a="http://schemas.openxmlformats.org/drawingml/2006/main">
            <a:off x="7000875" y="4610100"/>
            <a:ext cx="3714750" cy="876300"/>
          </a:xfrm>
          <a:prstGeom xmlns:a="http://schemas.openxmlformats.org/drawingml/2006/main" prst="roundRect">
            <a:avLst>
              <a:gd name="adj" fmla="val 8696"/>
            </a:avLst>
          </a:prstGeom>
          <a:solidFill xmlns:a="http://schemas.openxmlformats.org/drawingml/2006/main">
            <a:srgbClr val="FFFFFF">
              <a:alpha val="10000"/>
            </a:srgbClr>
          </a:solidFill>
          <a:ln xmlns:a="http://schemas.openxmlformats.org/drawingml/2006/main" w="9525">
            <a:solidFill>
              <a:srgbClr val="FFFFFF">
                <a:alpha val="20000"/>
              </a:srgbClr>
            </a:solidFill>
          </a:ln>
        </p:spPr>
      </p:sp>
      <p:sp>
        <p:nvSpPr>
          <p:cNvPr id="21" name="">
            <a:extLst xmlns:a="http://schemas.openxmlformats.org/drawingml/2006/main">
              <a:ext uri="{FF2B5EF4-FFF2-40B4-BE49-F238E27FC236}">
                <a16:creationId xmlns:a16="http://schemas.microsoft.com/office/drawing/2014/main" id="{D5AA31FF-E9EB-4AD7-B1E2-3B5614461AE3}"/>
              </a:ext>
            </a:extLst>
          </p:cNvPr>
          <p:cNvSpPr>
            <a:spLocks xmlns:a="http://schemas.openxmlformats.org/drawingml/2006/main" noGrp="1"/>
          </p:cNvSpPr>
          <p:nvPr/>
        </p:nvSpPr>
        <p:spPr>
          <a:xfrm xmlns:a="http://schemas.openxmlformats.org/drawingml/2006/main">
            <a:off x="7210425" y="4848225"/>
            <a:ext cx="400050" cy="400050"/>
          </a:xfrm>
          <a:prstGeom xmlns:a="http://schemas.openxmlformats.org/drawingml/2006/main" prst="ellipse">
            <a:avLst/>
          </a:prstGeom>
          <a:solidFill xmlns:a="http://schemas.openxmlformats.org/drawingml/2006/main">
            <a:srgbClr val="F59E0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F19DE00-57AB-48E7-AC66-1D01D3146341}"/>
              </a:ext>
            </a:extLst>
          </p:cNvPr>
          <p:cNvSpPr>
            <a:spLocks xmlns:a="http://schemas.openxmlformats.org/drawingml/2006/main" noGrp="1"/>
          </p:cNvSpPr>
          <p:nvPr/>
        </p:nvSpPr>
        <p:spPr>
          <a:xfrm xmlns:a="http://schemas.openxmlformats.org/drawingml/2006/main">
            <a:off x="7343775" y="4943475"/>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00" b="1" i="0">
                <a:solidFill>
                  <a:srgbClr val="FFFFFF"/>
                </a:solidFill>
                <a:latin typeface="Aptos"/>
                <a:ea typeface="Aptos"/>
                <a:cs typeface="Aptos"/>
              </a:defRPr>
            </a:pPr>
            <a:r>
              <a:rPr sz="1200" b="1" i="0">
                <a:solidFill>
                  <a:srgbClr val="FFFFFF"/>
                </a:solidFill>
                <a:latin typeface="Aptos"/>
                <a:ea typeface="Aptos"/>
                <a:cs typeface="Aptos"/>
              </a:rPr>
              <a:t>4</a:t>
            </a:r>
          </a:p>
        </p:txBody>
      </p:sp>
      <p:sp>
        <p:nvSpPr>
          <p:cNvPr id="23" name="">
            <a:extLst xmlns:a="http://schemas.openxmlformats.org/drawingml/2006/main">
              <a:ext uri="{FF2B5EF4-FFF2-40B4-BE49-F238E27FC236}">
                <a16:creationId xmlns:a16="http://schemas.microsoft.com/office/drawing/2014/main" id="{7DE0B07C-54C9-4470-876B-5A34F022469A}"/>
              </a:ext>
            </a:extLst>
          </p:cNvPr>
          <p:cNvSpPr>
            <a:spLocks xmlns:a="http://schemas.openxmlformats.org/drawingml/2006/main" noGrp="1"/>
          </p:cNvSpPr>
          <p:nvPr/>
        </p:nvSpPr>
        <p:spPr>
          <a:xfrm xmlns:a="http://schemas.openxmlformats.org/drawingml/2006/main">
            <a:off x="7781925" y="4800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i="0">
                <a:solidFill>
                  <a:srgbClr val="FFFFFF"/>
                </a:solidFill>
                <a:latin typeface="Aptos"/>
                <a:ea typeface="Aptos"/>
                <a:cs typeface="Aptos"/>
              </a:defRPr>
            </a:pPr>
            <a:r>
              <a:rPr sz="1500" b="1" i="0">
                <a:solidFill>
                  <a:srgbClr val="FFFFFF"/>
                </a:solidFill>
                <a:latin typeface="Aptos"/>
                <a:ea typeface="Aptos"/>
                <a:cs typeface="Aptos"/>
              </a:rPr>
              <a:t>Export options</a:t>
            </a:r>
          </a:p>
        </p:txBody>
      </p:sp>
      <p:sp>
        <p:nvSpPr>
          <p:cNvPr id="24" name="">
            <a:extLst xmlns:a="http://schemas.openxmlformats.org/drawingml/2006/main">
              <a:ext uri="{FF2B5EF4-FFF2-40B4-BE49-F238E27FC236}">
                <a16:creationId xmlns:a16="http://schemas.microsoft.com/office/drawing/2014/main" id="{28EC8A30-D1B7-4713-978A-7B5CA8E26104}"/>
              </a:ext>
            </a:extLst>
          </p:cNvPr>
          <p:cNvSpPr>
            <a:spLocks xmlns:a="http://schemas.openxmlformats.org/drawingml/2006/main" noGrp="1"/>
          </p:cNvSpPr>
          <p:nvPr/>
        </p:nvSpPr>
        <p:spPr>
          <a:xfrm xmlns:a="http://schemas.openxmlformats.org/drawingml/2006/main">
            <a:off x="7781925" y="5067300"/>
            <a:ext cx="2619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13" b="0" i="0">
                <a:solidFill>
                  <a:srgbClr val="CBD5E1"/>
                </a:solidFill>
                <a:latin typeface="Aptos"/>
                <a:ea typeface="Aptos"/>
                <a:cs typeface="Aptos"/>
              </a:defRPr>
            </a:pPr>
            <a:r>
              <a:rPr sz="1013" b="0" i="0">
                <a:solidFill>
                  <a:srgbClr val="CBD5E1"/>
                </a:solidFill>
                <a:latin typeface="Aptos"/>
                <a:ea typeface="Aptos"/>
                <a:cs typeface="Aptos"/>
              </a:rPr>
              <a:t>Use Canva exports for images, PDFs, or future presentation sharing.</a:t>
            </a:r>
          </a:p>
        </p:txBody>
      </p:sp>
      <p:sp>
        <p:nvSpPr>
          <p:cNvPr id="25" name="">
            <a:extLst xmlns:a="http://schemas.openxmlformats.org/drawingml/2006/main">
              <a:ext uri="{FF2B5EF4-FFF2-40B4-BE49-F238E27FC236}">
                <a16:creationId xmlns:a16="http://schemas.microsoft.com/office/drawing/2014/main" id="{C5BFC6EA-1932-47FE-B1C1-8BB97AF29B71}"/>
              </a:ext>
            </a:extLst>
          </p:cNvPr>
          <p:cNvSpPr>
            <a:spLocks xmlns:a="http://schemas.openxmlformats.org/drawingml/2006/main" noGrp="1"/>
          </p:cNvSpPr>
          <p:nvPr/>
        </p:nvSpPr>
        <p:spPr>
          <a:xfrm xmlns:a="http://schemas.openxmlformats.org/drawingml/2006/main">
            <a:off x="647700" y="3600450"/>
            <a:ext cx="2190750" cy="285750"/>
          </a:xfrm>
          <a:prstGeom xmlns:a="http://schemas.openxmlformats.org/drawingml/2006/main" prst="roundRect">
            <a:avLst>
              <a:gd name="adj" fmla="val 26667"/>
            </a:avLst>
          </a:prstGeom>
          <a:solidFill xmlns:a="http://schemas.openxmlformats.org/drawingml/2006/main">
            <a:srgbClr val="DBEAFE"/>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1D4ED8"/>
                </a:solidFill>
                <a:latin typeface="Aptos"/>
                <a:ea typeface="Aptos"/>
                <a:cs typeface="Aptos"/>
              </a:defRPr>
            </a:pPr>
            <a:r>
              <a:rPr sz="975" b="1">
                <a:solidFill>
                  <a:srgbClr val="1D4ED8"/>
                </a:solidFill>
                <a:latin typeface="Aptos"/>
                <a:ea typeface="Aptos"/>
                <a:cs typeface="Aptos"/>
              </a:rPr>
              <a:t>Final deliverable: editable PPTX</a:t>
            </a:r>
          </a:p>
        </p:txBody>
      </p:sp>
      <p:sp>
        <p:nvSpPr>
          <p:cNvPr id="26" name="">
            <a:extLst xmlns:a="http://schemas.openxmlformats.org/drawingml/2006/main">
              <a:ext uri="{FF2B5EF4-FFF2-40B4-BE49-F238E27FC236}">
                <a16:creationId xmlns:a16="http://schemas.microsoft.com/office/drawing/2014/main" id="{CAA5A6D4-D079-49CC-A571-240E5BB91AC6}"/>
              </a:ext>
            </a:extLst>
          </p:cNvPr>
          <p:cNvSpPr>
            <a:spLocks xmlns:a="http://schemas.openxmlformats.org/drawingml/2006/main" noGrp="1"/>
          </p:cNvSpPr>
          <p:nvPr/>
        </p:nvSpPr>
        <p:spPr>
          <a:xfrm xmlns:a="http://schemas.openxmlformats.org/drawingml/2006/main">
            <a:off x="647700" y="4076700"/>
            <a:ext cx="1809750" cy="285750"/>
          </a:xfrm>
          <a:prstGeom xmlns:a="http://schemas.openxmlformats.org/drawingml/2006/main" prst="roundRect">
            <a:avLst>
              <a:gd name="adj" fmla="val 26667"/>
            </a:avLst>
          </a:prstGeom>
          <a:solidFill xmlns:a="http://schemas.openxmlformats.org/drawingml/2006/main">
            <a:srgbClr val="DCFCE7"/>
          </a:solidFill>
          <a:ln xmlns:a="http://schemas.openxmlformats.org/drawingml/2006/main" w="0">
            <a:noFill/>
          </a:ln>
        </p:spPr>
        <p:txBody>
          <a:bodyPr xmlns:a="http://schemas.openxmlformats.org/drawingml/2006/main" lIns="76200" tIns="19050" rIns="76200" bIns="19050" anchor="ctr"/>
          <a:lstStyle xmlns:a="http://schemas.openxmlformats.org/drawingml/2006/main"/>
          <a:p xmlns:a="http://schemas.openxmlformats.org/drawingml/2006/main">
            <a:pPr algn="ctr">
              <a:defRPr sz="975" b="1">
                <a:solidFill>
                  <a:srgbClr val="166534"/>
                </a:solidFill>
                <a:latin typeface="Aptos"/>
                <a:ea typeface="Aptos"/>
                <a:cs typeface="Aptos"/>
              </a:defRPr>
            </a:pPr>
            <a:r>
              <a:rPr sz="975" b="1">
                <a:solidFill>
                  <a:srgbClr val="166534"/>
                </a:solidFill>
                <a:latin typeface="Aptos"/>
                <a:ea typeface="Aptos"/>
                <a:cs typeface="Aptos"/>
              </a:rPr>
              <a:t>Built for mobile forms</a:t>
            </a:r>
          </a:p>
        </p:txBody>
      </p:sp>
      <p:sp>
        <p:nvSpPr>
          <p:cNvPr id="27" name="">
            <a:extLst xmlns:a="http://schemas.openxmlformats.org/drawingml/2006/main">
              <a:ext uri="{FF2B5EF4-FFF2-40B4-BE49-F238E27FC236}">
                <a16:creationId xmlns:a16="http://schemas.microsoft.com/office/drawing/2014/main" id="{D02BDB13-E464-45D6-B90D-10DCE836D316}"/>
              </a:ext>
            </a:extLst>
          </p:cNvPr>
          <p:cNvSpPr>
            <a:spLocks xmlns:a="http://schemas.openxmlformats.org/drawingml/2006/main" noGrp="1"/>
          </p:cNvSpPr>
          <p:nvPr/>
        </p:nvSpPr>
        <p:spPr>
          <a:xfrm xmlns:a="http://schemas.openxmlformats.org/drawingml/2006/main">
            <a:off x="11125200" y="61912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200" b="1" i="0">
                <a:solidFill>
                  <a:srgbClr val="93C5FD"/>
                </a:solidFill>
                <a:latin typeface="Aptos"/>
                <a:ea typeface="Aptos"/>
                <a:cs typeface="Aptos"/>
              </a:defRPr>
            </a:pPr>
            <a:r>
              <a:rPr sz="1200" b="1" i="0">
                <a:solidFill>
                  <a:srgbClr val="93C5FD"/>
                </a:solidFill>
                <a:latin typeface="Aptos"/>
                <a:ea typeface="Aptos"/>
                <a:cs typeface="Aptos"/>
              </a:rPr>
              <a:t>09</a:t>
            </a:r>
          </a:p>
        </p:txBody>
      </p:sp>
    </p:spTree>
    <p:extLst>
      <p:ext uri="{BB962C8B-B14F-4D97-AF65-F5344CB8AC3E}">
        <p14:creationId xmlns:p14="http://schemas.microsoft.com/office/powerpoint/2010/main" val="13581940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2026-06-04T22:39:26.9820000Z</dcterms:created>
  <dcterms:modified xsi:type="dcterms:W3CDTF">2026-06-04T22:39:26.9830000Z</dcterms:modified>
</coreProperties>
</file>